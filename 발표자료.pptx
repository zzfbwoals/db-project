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0D74F-ACC8-72C5-540C-7A4ED8B5E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7E10F8-CBF5-F0B1-C4DE-12EA2D9DE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2C92F1-E4F8-1655-4C27-7739E58F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1A385A-0206-F2D8-2349-8C53ACC3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BA1C3B-69EB-EF71-D0C7-3AD0A04A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82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1673D-891A-CFEA-B91C-DFC7F136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35720-EBBB-8839-43C3-41B069D92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D1D49-42C2-13ED-0D78-10A270E6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47C94D-811F-A71E-12E0-445C34C6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6132F-EC91-828F-A5E7-0147884B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84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BADE6-9DEE-6758-04B9-E73050FA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211615-8875-6FC7-7F24-0BBCEEC67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E5295-A2E5-598B-451B-E61BE82A6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26737-A888-D076-5709-31FA0CDC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6A67D-6BDE-03AA-1752-2CEA2CA4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84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8926D-4714-BE9E-2AC4-B6EB8874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F3F7E3-3FD2-5541-076B-579ED7867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23120E-87DC-3ED2-0A61-35930D531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94809A-7F07-470D-4647-003708C4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FC9EB7-29EA-B269-ED05-5C50F427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C73B5E-CBC1-0D61-FD71-F74D2546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97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0D68C-C877-B757-A182-42B094CE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564A79-5B3E-0359-F003-58FFB2A0E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8FAE1-9797-64C4-794E-46F40BFBA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D2DF9B-C23C-23FC-A364-ED53AA47D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C90BB7-1465-A216-358A-BA181DEB9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9D0924-1161-AC46-D27B-712735E4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10DE49-C3C5-4247-FD55-E1BAC29E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418680-DF41-9E89-C61A-D9F7D2B2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58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9AFDB-8402-A005-DFBB-5E0EF67E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CE40BB-A40F-7D7E-1563-FC9FAEEA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DA34FD-3895-C13D-4A43-682EB7E0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3BE2A8-1927-D9DD-BC0E-C7318FE8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80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C75BE1-4D63-F79C-0900-A7D03CAB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96C600-2563-2A4E-E5E5-D82C3BFC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433B18-EBB3-6E3D-305D-484B8A6A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89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1CE4A-EC30-33C5-C981-26E6C1A8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CA5AB-2B88-29FE-AECF-650883634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FA6362-C87E-6357-593D-5104F34DB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01F271-D46A-C0A0-DB63-FE6E082A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9D2170-867A-BDCF-79FC-05EC3BDB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288166-4093-D50E-42A1-5315E2BA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48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64F81-8F14-0D20-FA1A-A8DABA8B4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8725F7-8E55-8DF1-7A06-5C4DB0D9A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64392F-031C-A2D1-989A-E7414626A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D7F3B-4AE6-B221-E2C2-B880DEA7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04481B-021E-8947-1621-9423BA038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F11F6-5123-3470-08BE-E8A09E22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37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281EA-27BF-881F-F0B1-1EE79147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1E22B6-2CE1-232C-13A7-B8337BF9B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103D7-7032-27D2-1692-37775DC0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0C73D9-5562-2CA8-5948-703EA3E3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8EE74-73C6-1AF9-2FE5-AA026A30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73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63D707-80CD-4074-1D82-D28F18407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1CE9CA-FD26-83A5-3B00-F52F63261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A52504-3AAB-96E7-AE25-6C94A7FC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277BD-E654-9649-5511-EF4299B8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82DBCA-8D4D-6805-464A-BC98753B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8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01DCF8-78A8-8B6F-9567-F7CA1D12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AC5301-FB1A-2EF0-3B88-958BEC1A6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07525-523F-8779-455F-F005CB362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19993-65D8-449A-8319-F06D225D8462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71DBD5-BCA8-7327-3362-8F01F9D6C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95776-DD5E-AC04-78D7-FB5242007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6A9B3-5BEA-41D5-B0E6-3AEF6B833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8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1E4B5C7-ED80-FDD3-C38C-22A7D297B544}"/>
              </a:ext>
            </a:extLst>
          </p:cNvPr>
          <p:cNvCxnSpPr>
            <a:cxnSpLocks/>
          </p:cNvCxnSpPr>
          <p:nvPr/>
        </p:nvCxnSpPr>
        <p:spPr>
          <a:xfrm flipH="1" flipV="1">
            <a:off x="3848099" y="4235450"/>
            <a:ext cx="3854451" cy="29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BDAC2AD-EFB3-7C85-03FA-BD0BE2B95A91}"/>
              </a:ext>
            </a:extLst>
          </p:cNvPr>
          <p:cNvCxnSpPr>
            <a:cxnSpLocks/>
          </p:cNvCxnSpPr>
          <p:nvPr/>
        </p:nvCxnSpPr>
        <p:spPr>
          <a:xfrm flipH="1" flipV="1">
            <a:off x="3848099" y="3429000"/>
            <a:ext cx="3854451" cy="29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1F56661-8E03-514D-005B-52110FEA3349}"/>
              </a:ext>
            </a:extLst>
          </p:cNvPr>
          <p:cNvCxnSpPr>
            <a:cxnSpLocks/>
          </p:cNvCxnSpPr>
          <p:nvPr/>
        </p:nvCxnSpPr>
        <p:spPr>
          <a:xfrm flipH="1" flipV="1">
            <a:off x="3848099" y="2641600"/>
            <a:ext cx="3854451" cy="29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6D16EFC-3DAE-0CE5-5DFA-2F4C2B24A96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375150" y="1870075"/>
            <a:ext cx="28003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A808E8-20BC-048E-B575-246FB822C4D3}"/>
              </a:ext>
            </a:extLst>
          </p:cNvPr>
          <p:cNvSpPr/>
          <p:nvPr/>
        </p:nvSpPr>
        <p:spPr>
          <a:xfrm>
            <a:off x="332105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F5AA35-19EF-9049-BD96-EE2F3DCCE13E}"/>
              </a:ext>
            </a:extLst>
          </p:cNvPr>
          <p:cNvSpPr/>
          <p:nvPr/>
        </p:nvSpPr>
        <p:spPr>
          <a:xfrm>
            <a:off x="717550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Course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51A166E2-13C3-C733-6D11-109F6840F7FC}"/>
              </a:ext>
            </a:extLst>
          </p:cNvPr>
          <p:cNvSpPr/>
          <p:nvPr/>
        </p:nvSpPr>
        <p:spPr>
          <a:xfrm>
            <a:off x="5197474" y="1543050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담당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C7C3B4E9-A169-0B6E-05EF-BDAD11D389F3}"/>
              </a:ext>
            </a:extLst>
          </p:cNvPr>
          <p:cNvSpPr/>
          <p:nvPr/>
        </p:nvSpPr>
        <p:spPr>
          <a:xfrm>
            <a:off x="5197474" y="2333625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Enroll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다이아몬드 14">
            <a:extLst>
              <a:ext uri="{FF2B5EF4-FFF2-40B4-BE49-F238E27FC236}">
                <a16:creationId xmlns:a16="http://schemas.microsoft.com/office/drawing/2014/main" id="{3B6C3A40-408B-5462-43D1-B98D77ADB48D}"/>
              </a:ext>
            </a:extLst>
          </p:cNvPr>
          <p:cNvSpPr/>
          <p:nvPr/>
        </p:nvSpPr>
        <p:spPr>
          <a:xfrm>
            <a:off x="5197474" y="3124200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Cart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5A97C69E-0F0A-0456-ACB3-4F766B5B9028}"/>
              </a:ext>
            </a:extLst>
          </p:cNvPr>
          <p:cNvSpPr/>
          <p:nvPr/>
        </p:nvSpPr>
        <p:spPr>
          <a:xfrm>
            <a:off x="5197474" y="3914775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extraEnroll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22D2C39-F0E1-C9F3-8DFE-AA75734B8C0D}"/>
              </a:ext>
            </a:extLst>
          </p:cNvPr>
          <p:cNvCxnSpPr>
            <a:stCxn id="4" idx="2"/>
          </p:cNvCxnSpPr>
          <p:nvPr/>
        </p:nvCxnSpPr>
        <p:spPr>
          <a:xfrm>
            <a:off x="3848100" y="2133600"/>
            <a:ext cx="0" cy="2101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4C91894-6082-71AA-6151-010ED0A6C39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702550" y="2133600"/>
            <a:ext cx="0" cy="2131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A4FE0AE-78AE-D82F-5CB6-63290AE01FB7}"/>
              </a:ext>
            </a:extLst>
          </p:cNvPr>
          <p:cNvSpPr txBox="1"/>
          <p:nvPr/>
        </p:nvSpPr>
        <p:spPr>
          <a:xfrm>
            <a:off x="4632222" y="1514025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                     N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023F1E-5751-82FF-609C-98FF6FE760C1}"/>
              </a:ext>
            </a:extLst>
          </p:cNvPr>
          <p:cNvSpPr txBox="1"/>
          <p:nvPr/>
        </p:nvSpPr>
        <p:spPr>
          <a:xfrm>
            <a:off x="4632220" y="3814737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                      M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34A846-FCE3-F315-DAD4-4FB4B98931C8}"/>
              </a:ext>
            </a:extLst>
          </p:cNvPr>
          <p:cNvSpPr txBox="1"/>
          <p:nvPr/>
        </p:nvSpPr>
        <p:spPr>
          <a:xfrm>
            <a:off x="4632219" y="3014437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                      M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9C4FBD-2F95-C7A7-3303-F050B1B9F86B}"/>
              </a:ext>
            </a:extLst>
          </p:cNvPr>
          <p:cNvSpPr txBox="1"/>
          <p:nvPr/>
        </p:nvSpPr>
        <p:spPr>
          <a:xfrm>
            <a:off x="4632218" y="2223862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                      M</a:t>
            </a:r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88AE65E4-DC22-A02F-5726-7AE99EF96F7B}"/>
              </a:ext>
            </a:extLst>
          </p:cNvPr>
          <p:cNvSpPr/>
          <p:nvPr/>
        </p:nvSpPr>
        <p:spPr>
          <a:xfrm>
            <a:off x="939800" y="67310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학번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FC3C1D3-E544-F529-BF56-440B5E0750AF}"/>
              </a:ext>
            </a:extLst>
          </p:cNvPr>
          <p:cNvSpPr/>
          <p:nvPr/>
        </p:nvSpPr>
        <p:spPr>
          <a:xfrm>
            <a:off x="9398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0DC1599-EF9D-4197-D07A-A941819BCCF3}"/>
              </a:ext>
            </a:extLst>
          </p:cNvPr>
          <p:cNvSpPr/>
          <p:nvPr/>
        </p:nvSpPr>
        <p:spPr>
          <a:xfrm>
            <a:off x="9398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1AC5AC50-C519-E7BE-5020-D3E17342F18A}"/>
              </a:ext>
            </a:extLst>
          </p:cNvPr>
          <p:cNvSpPr/>
          <p:nvPr/>
        </p:nvSpPr>
        <p:spPr>
          <a:xfrm>
            <a:off x="939800" y="2462371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승인상태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B5FF9D2-4D83-4444-77DE-9D829C4B7FD2}"/>
              </a:ext>
            </a:extLst>
          </p:cNvPr>
          <p:cNvSpPr/>
          <p:nvPr/>
        </p:nvSpPr>
        <p:spPr>
          <a:xfrm>
            <a:off x="939800" y="307210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0072EDF-0DCE-FFA2-B813-72C529BE4125}"/>
              </a:ext>
            </a:extLst>
          </p:cNvPr>
          <p:cNvSpPr/>
          <p:nvPr/>
        </p:nvSpPr>
        <p:spPr>
          <a:xfrm>
            <a:off x="9398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지난학기 성적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2149781-B776-CDEE-062D-5AD0EDE97A47}"/>
              </a:ext>
            </a:extLst>
          </p:cNvPr>
          <p:cNvSpPr/>
          <p:nvPr/>
        </p:nvSpPr>
        <p:spPr>
          <a:xfrm>
            <a:off x="9398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역할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39D499E-984D-B7D5-004E-8F72765EE1FD}"/>
              </a:ext>
            </a:extLst>
          </p:cNvPr>
          <p:cNvSpPr/>
          <p:nvPr/>
        </p:nvSpPr>
        <p:spPr>
          <a:xfrm>
            <a:off x="9398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단과대학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C4AC0AC5-719C-2291-E4D9-51406DB8C67C}"/>
              </a:ext>
            </a:extLst>
          </p:cNvPr>
          <p:cNvSpPr/>
          <p:nvPr/>
        </p:nvSpPr>
        <p:spPr>
          <a:xfrm>
            <a:off x="9398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학과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35D9D1E-2FED-DF97-3849-921BDEA13E23}"/>
              </a:ext>
            </a:extLst>
          </p:cNvPr>
          <p:cNvCxnSpPr>
            <a:stCxn id="49" idx="6"/>
            <a:endCxn id="4" idx="1"/>
          </p:cNvCxnSpPr>
          <p:nvPr/>
        </p:nvCxnSpPr>
        <p:spPr>
          <a:xfrm>
            <a:off x="1917700" y="914400"/>
            <a:ext cx="1403350" cy="955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13BC631-3349-BC81-B43D-3D3A21095AB3}"/>
              </a:ext>
            </a:extLst>
          </p:cNvPr>
          <p:cNvCxnSpPr>
            <a:stCxn id="50" idx="6"/>
            <a:endCxn id="4" idx="1"/>
          </p:cNvCxnSpPr>
          <p:nvPr/>
        </p:nvCxnSpPr>
        <p:spPr>
          <a:xfrm>
            <a:off x="1917700" y="1514025"/>
            <a:ext cx="140335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79F07FD-6C7C-529C-488F-BBF5A099C348}"/>
              </a:ext>
            </a:extLst>
          </p:cNvPr>
          <p:cNvCxnSpPr>
            <a:stCxn id="51" idx="6"/>
            <a:endCxn id="4" idx="1"/>
          </p:cNvCxnSpPr>
          <p:nvPr/>
        </p:nvCxnSpPr>
        <p:spPr>
          <a:xfrm flipV="1">
            <a:off x="1917700" y="1870075"/>
            <a:ext cx="140335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8081899-C84C-35C3-5254-C8A973055BB4}"/>
              </a:ext>
            </a:extLst>
          </p:cNvPr>
          <p:cNvCxnSpPr>
            <a:stCxn id="52" idx="6"/>
            <a:endCxn id="4" idx="1"/>
          </p:cNvCxnSpPr>
          <p:nvPr/>
        </p:nvCxnSpPr>
        <p:spPr>
          <a:xfrm flipV="1">
            <a:off x="1917700" y="1870075"/>
            <a:ext cx="1403350" cy="833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ECB3165-F560-5E95-27F2-8D62BB2DD33A}"/>
              </a:ext>
            </a:extLst>
          </p:cNvPr>
          <p:cNvCxnSpPr>
            <a:stCxn id="53" idx="6"/>
            <a:endCxn id="4" idx="1"/>
          </p:cNvCxnSpPr>
          <p:nvPr/>
        </p:nvCxnSpPr>
        <p:spPr>
          <a:xfrm flipV="1">
            <a:off x="1917700" y="1870075"/>
            <a:ext cx="1403350" cy="1443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6FB3346-E6FC-E484-06B9-29034DD79B1E}"/>
              </a:ext>
            </a:extLst>
          </p:cNvPr>
          <p:cNvCxnSpPr>
            <a:stCxn id="54" idx="6"/>
            <a:endCxn id="4" idx="1"/>
          </p:cNvCxnSpPr>
          <p:nvPr/>
        </p:nvCxnSpPr>
        <p:spPr>
          <a:xfrm flipV="1">
            <a:off x="1917700" y="1870075"/>
            <a:ext cx="140335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BB944DCD-82D4-8334-EEDC-77DF9097CBBF}"/>
              </a:ext>
            </a:extLst>
          </p:cNvPr>
          <p:cNvCxnSpPr>
            <a:stCxn id="55" idx="6"/>
            <a:endCxn id="4" idx="1"/>
          </p:cNvCxnSpPr>
          <p:nvPr/>
        </p:nvCxnSpPr>
        <p:spPr>
          <a:xfrm flipV="1">
            <a:off x="1917700" y="1870075"/>
            <a:ext cx="140335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69A099D-ED5F-363F-4719-81DA2370CD15}"/>
              </a:ext>
            </a:extLst>
          </p:cNvPr>
          <p:cNvCxnSpPr>
            <a:stCxn id="56" idx="6"/>
            <a:endCxn id="4" idx="1"/>
          </p:cNvCxnSpPr>
          <p:nvPr/>
        </p:nvCxnSpPr>
        <p:spPr>
          <a:xfrm flipV="1">
            <a:off x="1917700" y="1870075"/>
            <a:ext cx="140335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DA07118-91C4-1736-D412-0947E4B4788B}"/>
              </a:ext>
            </a:extLst>
          </p:cNvPr>
          <p:cNvCxnSpPr>
            <a:stCxn id="57" idx="6"/>
            <a:endCxn id="4" idx="1"/>
          </p:cNvCxnSpPr>
          <p:nvPr/>
        </p:nvCxnSpPr>
        <p:spPr>
          <a:xfrm flipV="1">
            <a:off x="1917700" y="1870075"/>
            <a:ext cx="140335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927C68E8-5B32-AD75-04DD-52B3A26E2507}"/>
              </a:ext>
            </a:extLst>
          </p:cNvPr>
          <p:cNvSpPr/>
          <p:nvPr/>
        </p:nvSpPr>
        <p:spPr>
          <a:xfrm>
            <a:off x="9740900" y="7827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강의번호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B8F78478-A55B-DF73-CE08-20D6ED296EAA}"/>
              </a:ext>
            </a:extLst>
          </p:cNvPr>
          <p:cNvSpPr/>
          <p:nvPr/>
        </p:nvSpPr>
        <p:spPr>
          <a:xfrm>
            <a:off x="9740900" y="67790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강의명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71A39867-D0FD-D935-EE2D-9922A4DC3AF4}"/>
              </a:ext>
            </a:extLst>
          </p:cNvPr>
          <p:cNvSpPr/>
          <p:nvPr/>
        </p:nvSpPr>
        <p:spPr>
          <a:xfrm>
            <a:off x="97409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4A0374C2-4CC5-3E72-38D6-A7F7C02BE265}"/>
              </a:ext>
            </a:extLst>
          </p:cNvPr>
          <p:cNvSpPr/>
          <p:nvPr/>
        </p:nvSpPr>
        <p:spPr>
          <a:xfrm>
            <a:off x="97409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8F4B02E-952D-2D37-5817-CE16830B127C}"/>
              </a:ext>
            </a:extLst>
          </p:cNvPr>
          <p:cNvSpPr/>
          <p:nvPr/>
        </p:nvSpPr>
        <p:spPr>
          <a:xfrm>
            <a:off x="9740900" y="247728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이수구분</a:t>
            </a: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7B02FC23-7AE9-4F46-DFF2-43C465F5D4C0}"/>
              </a:ext>
            </a:extLst>
          </p:cNvPr>
          <p:cNvSpPr/>
          <p:nvPr/>
        </p:nvSpPr>
        <p:spPr>
          <a:xfrm>
            <a:off x="9740900" y="307690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501FD3EA-514A-76F4-DCA9-947962F153ED}"/>
              </a:ext>
            </a:extLst>
          </p:cNvPr>
          <p:cNvSpPr/>
          <p:nvPr/>
        </p:nvSpPr>
        <p:spPr>
          <a:xfrm>
            <a:off x="97409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AFA1DB32-0597-0311-6873-715AC8A774FC}"/>
              </a:ext>
            </a:extLst>
          </p:cNvPr>
          <p:cNvSpPr/>
          <p:nvPr/>
        </p:nvSpPr>
        <p:spPr>
          <a:xfrm>
            <a:off x="97409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학과</a:t>
            </a: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937B893D-F7D2-CA13-2E17-BB4E259B37CB}"/>
              </a:ext>
            </a:extLst>
          </p:cNvPr>
          <p:cNvSpPr/>
          <p:nvPr/>
        </p:nvSpPr>
        <p:spPr>
          <a:xfrm>
            <a:off x="97409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학점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A40AEC35-E287-1F0C-0311-554375988E6C}"/>
              </a:ext>
            </a:extLst>
          </p:cNvPr>
          <p:cNvSpPr/>
          <p:nvPr/>
        </p:nvSpPr>
        <p:spPr>
          <a:xfrm>
            <a:off x="97409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현재수강인원</a:t>
            </a: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A0DA745-7FE2-350A-155A-E65C7EC501BB}"/>
              </a:ext>
            </a:extLst>
          </p:cNvPr>
          <p:cNvSpPr/>
          <p:nvPr/>
        </p:nvSpPr>
        <p:spPr>
          <a:xfrm>
            <a:off x="974090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47CB4BAF-60CA-B47A-4A67-FD48B49754AE}"/>
              </a:ext>
            </a:extLst>
          </p:cNvPr>
          <p:cNvSpPr/>
          <p:nvPr/>
        </p:nvSpPr>
        <p:spPr>
          <a:xfrm>
            <a:off x="854075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시작종료시간</a:t>
            </a: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F47F34CA-CBDA-1278-FF9A-B5A457612345}"/>
              </a:ext>
            </a:extLst>
          </p:cNvPr>
          <p:cNvCxnSpPr>
            <a:stCxn id="5" idx="3"/>
            <a:endCxn id="86" idx="2"/>
          </p:cNvCxnSpPr>
          <p:nvPr/>
        </p:nvCxnSpPr>
        <p:spPr>
          <a:xfrm flipV="1">
            <a:off x="8229600" y="319577"/>
            <a:ext cx="1511300" cy="1550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77A36C37-E2E8-B9B2-E36C-27495ED05577}"/>
              </a:ext>
            </a:extLst>
          </p:cNvPr>
          <p:cNvCxnSpPr>
            <a:stCxn id="5" idx="3"/>
            <a:endCxn id="87" idx="2"/>
          </p:cNvCxnSpPr>
          <p:nvPr/>
        </p:nvCxnSpPr>
        <p:spPr>
          <a:xfrm flipV="1">
            <a:off x="8229600" y="919202"/>
            <a:ext cx="1511300" cy="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ED22AF5-76B1-361B-73CA-D514521D432C}"/>
              </a:ext>
            </a:extLst>
          </p:cNvPr>
          <p:cNvCxnSpPr>
            <a:stCxn id="5" idx="3"/>
            <a:endCxn id="88" idx="2"/>
          </p:cNvCxnSpPr>
          <p:nvPr/>
        </p:nvCxnSpPr>
        <p:spPr>
          <a:xfrm flipV="1">
            <a:off x="8229600" y="1514025"/>
            <a:ext cx="151130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BD1B0D97-3FAF-EA6C-2555-9C44C257BEE6}"/>
              </a:ext>
            </a:extLst>
          </p:cNvPr>
          <p:cNvCxnSpPr>
            <a:stCxn id="5" idx="3"/>
            <a:endCxn id="89" idx="2"/>
          </p:cNvCxnSpPr>
          <p:nvPr/>
        </p:nvCxnSpPr>
        <p:spPr>
          <a:xfrm>
            <a:off x="8229600" y="1870075"/>
            <a:ext cx="151130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9E16F83-3434-9A5F-CF9E-59B412F3825F}"/>
              </a:ext>
            </a:extLst>
          </p:cNvPr>
          <p:cNvCxnSpPr>
            <a:stCxn id="5" idx="3"/>
            <a:endCxn id="90" idx="2"/>
          </p:cNvCxnSpPr>
          <p:nvPr/>
        </p:nvCxnSpPr>
        <p:spPr>
          <a:xfrm>
            <a:off x="8229600" y="1870075"/>
            <a:ext cx="1511300" cy="848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DE22B73-E9E1-80E0-425F-A9CE258431A1}"/>
              </a:ext>
            </a:extLst>
          </p:cNvPr>
          <p:cNvCxnSpPr>
            <a:stCxn id="5" idx="3"/>
            <a:endCxn id="91" idx="2"/>
          </p:cNvCxnSpPr>
          <p:nvPr/>
        </p:nvCxnSpPr>
        <p:spPr>
          <a:xfrm>
            <a:off x="8229600" y="1870075"/>
            <a:ext cx="1511300" cy="1448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9D92349B-886D-3B43-29AB-972582941914}"/>
              </a:ext>
            </a:extLst>
          </p:cNvPr>
          <p:cNvCxnSpPr>
            <a:stCxn id="5" idx="3"/>
            <a:endCxn id="92" idx="2"/>
          </p:cNvCxnSpPr>
          <p:nvPr/>
        </p:nvCxnSpPr>
        <p:spPr>
          <a:xfrm>
            <a:off x="8229600" y="1870075"/>
            <a:ext cx="151130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0D15FFC-DCBD-C1AE-A5DE-8E1FCC40791D}"/>
              </a:ext>
            </a:extLst>
          </p:cNvPr>
          <p:cNvCxnSpPr>
            <a:stCxn id="5" idx="3"/>
            <a:endCxn id="93" idx="2"/>
          </p:cNvCxnSpPr>
          <p:nvPr/>
        </p:nvCxnSpPr>
        <p:spPr>
          <a:xfrm>
            <a:off x="8229600" y="1870075"/>
            <a:ext cx="151130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C2316378-451B-DBC1-FB32-9318E8DAE09B}"/>
              </a:ext>
            </a:extLst>
          </p:cNvPr>
          <p:cNvCxnSpPr>
            <a:stCxn id="5" idx="3"/>
            <a:endCxn id="94" idx="2"/>
          </p:cNvCxnSpPr>
          <p:nvPr/>
        </p:nvCxnSpPr>
        <p:spPr>
          <a:xfrm>
            <a:off x="8229600" y="1870075"/>
            <a:ext cx="151130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DE48334E-9379-468E-9294-EA1579F66FE5}"/>
              </a:ext>
            </a:extLst>
          </p:cNvPr>
          <p:cNvCxnSpPr>
            <a:stCxn id="5" idx="3"/>
            <a:endCxn id="95" idx="2"/>
          </p:cNvCxnSpPr>
          <p:nvPr/>
        </p:nvCxnSpPr>
        <p:spPr>
          <a:xfrm>
            <a:off x="8229600" y="1870075"/>
            <a:ext cx="151130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896072E7-96B0-1C6D-85EF-DB856DCEBD5D}"/>
              </a:ext>
            </a:extLst>
          </p:cNvPr>
          <p:cNvCxnSpPr>
            <a:stCxn id="5" idx="3"/>
            <a:endCxn id="96" idx="2"/>
          </p:cNvCxnSpPr>
          <p:nvPr/>
        </p:nvCxnSpPr>
        <p:spPr>
          <a:xfrm>
            <a:off x="8229600" y="1870075"/>
            <a:ext cx="1511300" cy="442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F08FB7E-6896-DE13-BEDE-76D1AECABDDE}"/>
              </a:ext>
            </a:extLst>
          </p:cNvPr>
          <p:cNvCxnSpPr>
            <a:stCxn id="5" idx="3"/>
            <a:endCxn id="97" idx="0"/>
          </p:cNvCxnSpPr>
          <p:nvPr/>
        </p:nvCxnSpPr>
        <p:spPr>
          <a:xfrm>
            <a:off x="8229600" y="1870075"/>
            <a:ext cx="800100" cy="4180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타원 124">
            <a:extLst>
              <a:ext uri="{FF2B5EF4-FFF2-40B4-BE49-F238E27FC236}">
                <a16:creationId xmlns:a16="http://schemas.microsoft.com/office/drawing/2014/main" id="{8C4F5DF2-2A1B-6D4C-7A48-EBD4D4755C82}"/>
              </a:ext>
            </a:extLst>
          </p:cNvPr>
          <p:cNvSpPr/>
          <p:nvPr/>
        </p:nvSpPr>
        <p:spPr>
          <a:xfrm>
            <a:off x="4375150" y="506884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600EB2A3-ED94-72A8-E1B9-4B8005E7BBF5}"/>
              </a:ext>
            </a:extLst>
          </p:cNvPr>
          <p:cNvSpPr/>
          <p:nvPr/>
        </p:nvSpPr>
        <p:spPr>
          <a:xfrm>
            <a:off x="6320755" y="506884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요청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상태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3D4EE4CF-F7DD-7720-5BE4-0A9F09903037}"/>
              </a:ext>
            </a:extLst>
          </p:cNvPr>
          <p:cNvCxnSpPr>
            <a:stCxn id="125" idx="0"/>
            <a:endCxn id="16" idx="2"/>
          </p:cNvCxnSpPr>
          <p:nvPr/>
        </p:nvCxnSpPr>
        <p:spPr>
          <a:xfrm flipV="1">
            <a:off x="4864100" y="4568825"/>
            <a:ext cx="960437" cy="500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6EE3F9C0-6109-1401-1B17-E0DAD3BAAA3F}"/>
              </a:ext>
            </a:extLst>
          </p:cNvPr>
          <p:cNvCxnSpPr>
            <a:stCxn id="16" idx="2"/>
            <a:endCxn id="126" idx="0"/>
          </p:cNvCxnSpPr>
          <p:nvPr/>
        </p:nvCxnSpPr>
        <p:spPr>
          <a:xfrm>
            <a:off x="5824537" y="4568825"/>
            <a:ext cx="985168" cy="500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6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76D2B2-542E-3D54-D311-5C8184FF7D50}"/>
              </a:ext>
            </a:extLst>
          </p:cNvPr>
          <p:cNvSpPr/>
          <p:nvPr/>
        </p:nvSpPr>
        <p:spPr>
          <a:xfrm>
            <a:off x="5736724" y="383725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285B614-0395-C719-15C5-EB84C23274DF}"/>
              </a:ext>
            </a:extLst>
          </p:cNvPr>
          <p:cNvSpPr/>
          <p:nvPr/>
        </p:nvSpPr>
        <p:spPr>
          <a:xfrm>
            <a:off x="1383300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학번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AB0C50-2237-3F5D-8A95-0E30669F4F3A}"/>
              </a:ext>
            </a:extLst>
          </p:cNvPr>
          <p:cNvSpPr/>
          <p:nvPr/>
        </p:nvSpPr>
        <p:spPr>
          <a:xfrm>
            <a:off x="2481181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B00051F-4A71-4FE2-8D32-4492A2FDF425}"/>
              </a:ext>
            </a:extLst>
          </p:cNvPr>
          <p:cNvSpPr/>
          <p:nvPr/>
        </p:nvSpPr>
        <p:spPr>
          <a:xfrm>
            <a:off x="3579062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07DE5CF-2BB3-999D-0652-1B87D4F3B609}"/>
              </a:ext>
            </a:extLst>
          </p:cNvPr>
          <p:cNvSpPr/>
          <p:nvPr/>
        </p:nvSpPr>
        <p:spPr>
          <a:xfrm>
            <a:off x="4676943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승인상태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4FEB0BA-6815-8949-D2F4-F6FBD0EF3453}"/>
              </a:ext>
            </a:extLst>
          </p:cNvPr>
          <p:cNvSpPr/>
          <p:nvPr/>
        </p:nvSpPr>
        <p:spPr>
          <a:xfrm>
            <a:off x="5774824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F041975-FF30-F74B-4D02-A665DEA10A9C}"/>
              </a:ext>
            </a:extLst>
          </p:cNvPr>
          <p:cNvSpPr/>
          <p:nvPr/>
        </p:nvSpPr>
        <p:spPr>
          <a:xfrm>
            <a:off x="6872705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지난학기 성적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F8FB7B2-B0D8-E570-714E-F603C614472B}"/>
              </a:ext>
            </a:extLst>
          </p:cNvPr>
          <p:cNvSpPr/>
          <p:nvPr/>
        </p:nvSpPr>
        <p:spPr>
          <a:xfrm>
            <a:off x="7970586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역할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9741816-9805-C055-29F8-F42652621383}"/>
              </a:ext>
            </a:extLst>
          </p:cNvPr>
          <p:cNvSpPr/>
          <p:nvPr/>
        </p:nvSpPr>
        <p:spPr>
          <a:xfrm>
            <a:off x="9067131" y="1675794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단과대학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24026F-CB7B-B3F6-3AE2-84323C890A93}"/>
              </a:ext>
            </a:extLst>
          </p:cNvPr>
          <p:cNvSpPr/>
          <p:nvPr/>
        </p:nvSpPr>
        <p:spPr>
          <a:xfrm>
            <a:off x="10165012" y="167401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학과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8AE9AF4-E460-6840-ADD5-CC3453A703F0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1872250" y="910775"/>
            <a:ext cx="4391524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2F98684-015C-F0D7-64FF-ECDECCA60640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V="1">
            <a:off x="2970131" y="910775"/>
            <a:ext cx="3293643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87D47D-69AD-A206-F044-B6C0920A3D5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068012" y="910775"/>
            <a:ext cx="2214979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5D26120-B4F3-C270-1516-7B424771C701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V="1">
            <a:off x="5165893" y="910775"/>
            <a:ext cx="1097881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FB3B094-2CEF-1042-5A03-467B0B1CE152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flipV="1">
            <a:off x="6263774" y="910775"/>
            <a:ext cx="0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82FE312-2C19-F528-6142-65DA0675D9A2}"/>
              </a:ext>
            </a:extLst>
          </p:cNvPr>
          <p:cNvCxnSpPr>
            <a:cxnSpLocks/>
            <a:stCxn id="11" idx="0"/>
            <a:endCxn id="4" idx="2"/>
          </p:cNvCxnSpPr>
          <p:nvPr/>
        </p:nvCxnSpPr>
        <p:spPr>
          <a:xfrm flipH="1" flipV="1">
            <a:off x="6263774" y="910775"/>
            <a:ext cx="1097881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FE0A08F-33E9-4648-B4D6-F4AE74C76623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H="1" flipV="1">
            <a:off x="6263774" y="910775"/>
            <a:ext cx="2195762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A5AD1E7-4E85-2D44-A6BE-13F3D46BE337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H="1" flipV="1">
            <a:off x="6263774" y="910775"/>
            <a:ext cx="3292307" cy="765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21F997F-365E-3936-0410-95635C1F46C8}"/>
              </a:ext>
            </a:extLst>
          </p:cNvPr>
          <p:cNvCxnSpPr>
            <a:cxnSpLocks/>
            <a:stCxn id="14" idx="0"/>
            <a:endCxn id="4" idx="2"/>
          </p:cNvCxnSpPr>
          <p:nvPr/>
        </p:nvCxnSpPr>
        <p:spPr>
          <a:xfrm flipH="1" flipV="1">
            <a:off x="6263774" y="910775"/>
            <a:ext cx="4390188" cy="76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52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56B5B3-8AFA-5F1B-F9A2-3AF7B784DA96}"/>
              </a:ext>
            </a:extLst>
          </p:cNvPr>
          <p:cNvSpPr/>
          <p:nvPr/>
        </p:nvSpPr>
        <p:spPr>
          <a:xfrm>
            <a:off x="5175250" y="313227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Course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108F570-C17A-4B42-C02E-80DE59FA29C5}"/>
              </a:ext>
            </a:extLst>
          </p:cNvPr>
          <p:cNvSpPr/>
          <p:nvPr/>
        </p:nvSpPr>
        <p:spPr>
          <a:xfrm>
            <a:off x="111569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강의번호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5F76F7C-2141-DCE3-09FC-63CC68808359}"/>
              </a:ext>
            </a:extLst>
          </p:cNvPr>
          <p:cNvSpPr/>
          <p:nvPr/>
        </p:nvSpPr>
        <p:spPr>
          <a:xfrm>
            <a:off x="101536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강의명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B6C88E6-0C65-C7AC-DA79-102C6305706F}"/>
              </a:ext>
            </a:extLst>
          </p:cNvPr>
          <p:cNvSpPr/>
          <p:nvPr/>
        </p:nvSpPr>
        <p:spPr>
          <a:xfrm>
            <a:off x="91503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6B4081B-8CB1-A1EC-DF5E-37EB08EF473F}"/>
              </a:ext>
            </a:extLst>
          </p:cNvPr>
          <p:cNvSpPr/>
          <p:nvPr/>
        </p:nvSpPr>
        <p:spPr>
          <a:xfrm>
            <a:off x="81470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8079CCC-F5AA-35E6-175B-7F2A2C1B0E9A}"/>
              </a:ext>
            </a:extLst>
          </p:cNvPr>
          <p:cNvSpPr/>
          <p:nvPr/>
        </p:nvSpPr>
        <p:spPr>
          <a:xfrm>
            <a:off x="71437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이수구분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597AE21-0BF3-2C08-0A04-63D9FA13329A}"/>
              </a:ext>
            </a:extLst>
          </p:cNvPr>
          <p:cNvSpPr/>
          <p:nvPr/>
        </p:nvSpPr>
        <p:spPr>
          <a:xfrm>
            <a:off x="61404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EA0C1A0-9B06-3CD6-6A44-B1BED2A07254}"/>
              </a:ext>
            </a:extLst>
          </p:cNvPr>
          <p:cNvSpPr/>
          <p:nvPr/>
        </p:nvSpPr>
        <p:spPr>
          <a:xfrm>
            <a:off x="51371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A516903-E7D5-BE47-A25F-FDFBA1461FD0}"/>
              </a:ext>
            </a:extLst>
          </p:cNvPr>
          <p:cNvSpPr/>
          <p:nvPr/>
        </p:nvSpPr>
        <p:spPr>
          <a:xfrm>
            <a:off x="413385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학과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81EFF70-0BCA-B58D-BAD0-22FA640D602B}"/>
              </a:ext>
            </a:extLst>
          </p:cNvPr>
          <p:cNvSpPr/>
          <p:nvPr/>
        </p:nvSpPr>
        <p:spPr>
          <a:xfrm>
            <a:off x="3133725" y="153470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학점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CE708B8-7D17-7071-8225-1DB998BC7BF6}"/>
              </a:ext>
            </a:extLst>
          </p:cNvPr>
          <p:cNvSpPr/>
          <p:nvPr/>
        </p:nvSpPr>
        <p:spPr>
          <a:xfrm>
            <a:off x="2133600" y="153445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현재수강인원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267086A-988D-BD2A-B245-E4B829B1250F}"/>
              </a:ext>
            </a:extLst>
          </p:cNvPr>
          <p:cNvSpPr/>
          <p:nvPr/>
        </p:nvSpPr>
        <p:spPr>
          <a:xfrm>
            <a:off x="1133475" y="153717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EF5DB56-3173-1B2A-B452-410B6002CC81}"/>
              </a:ext>
            </a:extLst>
          </p:cNvPr>
          <p:cNvSpPr/>
          <p:nvPr/>
        </p:nvSpPr>
        <p:spPr>
          <a:xfrm>
            <a:off x="133350" y="153545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시작종료시간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8B9652B-5781-107B-8D25-7216D18D4F4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702300" y="840277"/>
            <a:ext cx="59436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6C3A5CC-EDCA-DD91-8B0D-B1A0077F631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702300" y="840277"/>
            <a:ext cx="49403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B151866-8051-4558-9F93-A86252C536CE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702300" y="840277"/>
            <a:ext cx="39370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DE327EA-0857-30A9-6083-46E5A64D45C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5702300" y="840277"/>
            <a:ext cx="29337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381862B-7C02-0CBB-47DD-D3C1E7064BA3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702300" y="840277"/>
            <a:ext cx="19304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475FA64-8881-3B17-9BA2-6754D533FD00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5702300" y="840277"/>
            <a:ext cx="9271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C7AE528-685A-BD0C-E270-E93CA9012113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5626100" y="840277"/>
            <a:ext cx="762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AABCD62-1A80-BED3-3B46-87C28DFFC301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 flipH="1">
            <a:off x="4622800" y="840277"/>
            <a:ext cx="107950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1FED1E8-1BDC-18EF-2337-31F8A5A8CDB5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3622675" y="840277"/>
            <a:ext cx="2079625" cy="694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1CBC0E4-AA28-D782-41D2-F374F3E670B9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 flipH="1">
            <a:off x="2622550" y="840277"/>
            <a:ext cx="3079750" cy="69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056678A-D25B-2FCE-2C42-C1222F2B1374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flipH="1">
            <a:off x="1622425" y="840277"/>
            <a:ext cx="4079875" cy="696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FB4139-01E0-38D4-1C1C-C7C709FF2484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flipH="1">
            <a:off x="622300" y="840277"/>
            <a:ext cx="5080000" cy="695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3BA1DC1-02B6-6A80-E5C9-C8EAEF5DA01E}"/>
              </a:ext>
            </a:extLst>
          </p:cNvPr>
          <p:cNvCxnSpPr>
            <a:cxnSpLocks/>
          </p:cNvCxnSpPr>
          <p:nvPr/>
        </p:nvCxnSpPr>
        <p:spPr>
          <a:xfrm flipH="1" flipV="1">
            <a:off x="3848099" y="2641600"/>
            <a:ext cx="3854451" cy="29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B40DEB-81E4-F5AA-F27E-714C8D492662}"/>
              </a:ext>
            </a:extLst>
          </p:cNvPr>
          <p:cNvSpPr/>
          <p:nvPr/>
        </p:nvSpPr>
        <p:spPr>
          <a:xfrm>
            <a:off x="332105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B5A995-8641-53C0-77A4-9290E7036679}"/>
              </a:ext>
            </a:extLst>
          </p:cNvPr>
          <p:cNvSpPr/>
          <p:nvPr/>
        </p:nvSpPr>
        <p:spPr>
          <a:xfrm>
            <a:off x="717550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Course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8F552A5A-1A99-A299-8ADB-EB2720291B76}"/>
              </a:ext>
            </a:extLst>
          </p:cNvPr>
          <p:cNvSpPr/>
          <p:nvPr/>
        </p:nvSpPr>
        <p:spPr>
          <a:xfrm>
            <a:off x="5197474" y="2333625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Enroll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C10ACC-725B-4E6C-E172-88E7F3AF6774}"/>
              </a:ext>
            </a:extLst>
          </p:cNvPr>
          <p:cNvSpPr txBox="1"/>
          <p:nvPr/>
        </p:nvSpPr>
        <p:spPr>
          <a:xfrm>
            <a:off x="4632218" y="2223862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                      M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3A6AD96-E25C-DDF2-E3D6-5933056BAD5B}"/>
              </a:ext>
            </a:extLst>
          </p:cNvPr>
          <p:cNvSpPr/>
          <p:nvPr/>
        </p:nvSpPr>
        <p:spPr>
          <a:xfrm>
            <a:off x="939800" y="67310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학번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28483A3-739B-8348-E3A9-8BAD9CE35FEB}"/>
              </a:ext>
            </a:extLst>
          </p:cNvPr>
          <p:cNvSpPr/>
          <p:nvPr/>
        </p:nvSpPr>
        <p:spPr>
          <a:xfrm>
            <a:off x="9398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893D09E-29FE-0714-C813-E7AB08FDCD36}"/>
              </a:ext>
            </a:extLst>
          </p:cNvPr>
          <p:cNvSpPr/>
          <p:nvPr/>
        </p:nvSpPr>
        <p:spPr>
          <a:xfrm>
            <a:off x="9398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CE01B0-1418-9A27-CC5C-E18846F1917A}"/>
              </a:ext>
            </a:extLst>
          </p:cNvPr>
          <p:cNvSpPr/>
          <p:nvPr/>
        </p:nvSpPr>
        <p:spPr>
          <a:xfrm>
            <a:off x="939800" y="2462371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승인상태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7523B50-CDE5-8C75-E1A7-06D54469CCCE}"/>
              </a:ext>
            </a:extLst>
          </p:cNvPr>
          <p:cNvSpPr/>
          <p:nvPr/>
        </p:nvSpPr>
        <p:spPr>
          <a:xfrm>
            <a:off x="939800" y="307210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A68AB52-9CD8-9D81-23FE-83ACAD78E255}"/>
              </a:ext>
            </a:extLst>
          </p:cNvPr>
          <p:cNvSpPr/>
          <p:nvPr/>
        </p:nvSpPr>
        <p:spPr>
          <a:xfrm>
            <a:off x="9398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지난학기 성적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63127D3-6FC1-8184-0633-835CFE79FC00}"/>
              </a:ext>
            </a:extLst>
          </p:cNvPr>
          <p:cNvSpPr/>
          <p:nvPr/>
        </p:nvSpPr>
        <p:spPr>
          <a:xfrm>
            <a:off x="9398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역할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9D07DFB-51B4-FFA6-7CF0-550A63DBEC10}"/>
              </a:ext>
            </a:extLst>
          </p:cNvPr>
          <p:cNvSpPr/>
          <p:nvPr/>
        </p:nvSpPr>
        <p:spPr>
          <a:xfrm>
            <a:off x="9398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단과대학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9BF3C91-D956-18BF-1184-2AB7B426E255}"/>
              </a:ext>
            </a:extLst>
          </p:cNvPr>
          <p:cNvSpPr/>
          <p:nvPr/>
        </p:nvSpPr>
        <p:spPr>
          <a:xfrm>
            <a:off x="9398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학과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DBF010B-9DB2-DA9C-236E-7AD63A632E96}"/>
              </a:ext>
            </a:extLst>
          </p:cNvPr>
          <p:cNvCxnSpPr>
            <a:stCxn id="20" idx="6"/>
            <a:endCxn id="8" idx="1"/>
          </p:cNvCxnSpPr>
          <p:nvPr/>
        </p:nvCxnSpPr>
        <p:spPr>
          <a:xfrm>
            <a:off x="1917700" y="914400"/>
            <a:ext cx="1403350" cy="955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F35316B-DB97-51E4-4131-F86E97C399B9}"/>
              </a:ext>
            </a:extLst>
          </p:cNvPr>
          <p:cNvCxnSpPr>
            <a:stCxn id="21" idx="6"/>
            <a:endCxn id="8" idx="1"/>
          </p:cNvCxnSpPr>
          <p:nvPr/>
        </p:nvCxnSpPr>
        <p:spPr>
          <a:xfrm>
            <a:off x="1917700" y="1514025"/>
            <a:ext cx="140335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FA76C4E-0510-DFF3-C9EE-70233548F6DE}"/>
              </a:ext>
            </a:extLst>
          </p:cNvPr>
          <p:cNvCxnSpPr>
            <a:stCxn id="22" idx="6"/>
            <a:endCxn id="8" idx="1"/>
          </p:cNvCxnSpPr>
          <p:nvPr/>
        </p:nvCxnSpPr>
        <p:spPr>
          <a:xfrm flipV="1">
            <a:off x="1917700" y="1870075"/>
            <a:ext cx="140335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A99013F-410D-E964-690F-026D6821E0D6}"/>
              </a:ext>
            </a:extLst>
          </p:cNvPr>
          <p:cNvCxnSpPr>
            <a:stCxn id="23" idx="6"/>
            <a:endCxn id="8" idx="1"/>
          </p:cNvCxnSpPr>
          <p:nvPr/>
        </p:nvCxnSpPr>
        <p:spPr>
          <a:xfrm flipV="1">
            <a:off x="1917700" y="1870075"/>
            <a:ext cx="1403350" cy="833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CD2D8D9-AD04-CEAF-EF4E-2D5C49B81B39}"/>
              </a:ext>
            </a:extLst>
          </p:cNvPr>
          <p:cNvCxnSpPr>
            <a:stCxn id="24" idx="6"/>
            <a:endCxn id="8" idx="1"/>
          </p:cNvCxnSpPr>
          <p:nvPr/>
        </p:nvCxnSpPr>
        <p:spPr>
          <a:xfrm flipV="1">
            <a:off x="1917700" y="1870075"/>
            <a:ext cx="1403350" cy="1443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6B08731-4AEC-2D72-B6FA-1D598BD8C45A}"/>
              </a:ext>
            </a:extLst>
          </p:cNvPr>
          <p:cNvCxnSpPr>
            <a:stCxn id="25" idx="6"/>
            <a:endCxn id="8" idx="1"/>
          </p:cNvCxnSpPr>
          <p:nvPr/>
        </p:nvCxnSpPr>
        <p:spPr>
          <a:xfrm flipV="1">
            <a:off x="1917700" y="1870075"/>
            <a:ext cx="140335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735AFE5-7E42-87F5-2889-EFCC7F02B506}"/>
              </a:ext>
            </a:extLst>
          </p:cNvPr>
          <p:cNvCxnSpPr>
            <a:stCxn id="26" idx="6"/>
            <a:endCxn id="8" idx="1"/>
          </p:cNvCxnSpPr>
          <p:nvPr/>
        </p:nvCxnSpPr>
        <p:spPr>
          <a:xfrm flipV="1">
            <a:off x="1917700" y="1870075"/>
            <a:ext cx="140335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D2A1BBA-8264-9C0B-B014-7536B096C13E}"/>
              </a:ext>
            </a:extLst>
          </p:cNvPr>
          <p:cNvCxnSpPr>
            <a:stCxn id="27" idx="6"/>
            <a:endCxn id="8" idx="1"/>
          </p:cNvCxnSpPr>
          <p:nvPr/>
        </p:nvCxnSpPr>
        <p:spPr>
          <a:xfrm flipV="1">
            <a:off x="1917700" y="1870075"/>
            <a:ext cx="140335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E9A4C64-CE7C-F1BD-B601-0CC2DE88D714}"/>
              </a:ext>
            </a:extLst>
          </p:cNvPr>
          <p:cNvCxnSpPr>
            <a:stCxn id="28" idx="6"/>
            <a:endCxn id="8" idx="1"/>
          </p:cNvCxnSpPr>
          <p:nvPr/>
        </p:nvCxnSpPr>
        <p:spPr>
          <a:xfrm flipV="1">
            <a:off x="1917700" y="1870075"/>
            <a:ext cx="140335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FE9DDBE9-AC96-C0CF-B7B9-9454AB50E357}"/>
              </a:ext>
            </a:extLst>
          </p:cNvPr>
          <p:cNvSpPr/>
          <p:nvPr/>
        </p:nvSpPr>
        <p:spPr>
          <a:xfrm>
            <a:off x="9740900" y="7827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강의번호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C0A03136-694B-265F-5F99-A48CE15458EE}"/>
              </a:ext>
            </a:extLst>
          </p:cNvPr>
          <p:cNvSpPr/>
          <p:nvPr/>
        </p:nvSpPr>
        <p:spPr>
          <a:xfrm>
            <a:off x="9740900" y="67790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강의명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657E6F4-5F82-1383-8326-58088690EC2A}"/>
              </a:ext>
            </a:extLst>
          </p:cNvPr>
          <p:cNvSpPr/>
          <p:nvPr/>
        </p:nvSpPr>
        <p:spPr>
          <a:xfrm>
            <a:off x="97409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5BF78E6D-4F84-336C-63F4-CB6F26770D23}"/>
              </a:ext>
            </a:extLst>
          </p:cNvPr>
          <p:cNvSpPr/>
          <p:nvPr/>
        </p:nvSpPr>
        <p:spPr>
          <a:xfrm>
            <a:off x="97409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BB61168-18BE-D380-70C7-0CE6F97FCCF1}"/>
              </a:ext>
            </a:extLst>
          </p:cNvPr>
          <p:cNvSpPr/>
          <p:nvPr/>
        </p:nvSpPr>
        <p:spPr>
          <a:xfrm>
            <a:off x="9740900" y="247728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이수구분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60D25E1B-CDD3-DF3C-23BB-271D62800EB6}"/>
              </a:ext>
            </a:extLst>
          </p:cNvPr>
          <p:cNvSpPr/>
          <p:nvPr/>
        </p:nvSpPr>
        <p:spPr>
          <a:xfrm>
            <a:off x="9740900" y="307690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2494B3F-430D-E0C0-C119-7A61E5B60D81}"/>
              </a:ext>
            </a:extLst>
          </p:cNvPr>
          <p:cNvSpPr/>
          <p:nvPr/>
        </p:nvSpPr>
        <p:spPr>
          <a:xfrm>
            <a:off x="97409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54F7DF3-440A-BE1A-09E1-E791D9D4E107}"/>
              </a:ext>
            </a:extLst>
          </p:cNvPr>
          <p:cNvSpPr/>
          <p:nvPr/>
        </p:nvSpPr>
        <p:spPr>
          <a:xfrm>
            <a:off x="97409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학과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553AE5A-091B-D99B-14C1-FB819BC13E34}"/>
              </a:ext>
            </a:extLst>
          </p:cNvPr>
          <p:cNvSpPr/>
          <p:nvPr/>
        </p:nvSpPr>
        <p:spPr>
          <a:xfrm>
            <a:off x="97409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학점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44D98F0-2563-F3EC-813B-2235EFEE2B47}"/>
              </a:ext>
            </a:extLst>
          </p:cNvPr>
          <p:cNvSpPr/>
          <p:nvPr/>
        </p:nvSpPr>
        <p:spPr>
          <a:xfrm>
            <a:off x="97409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현재수강인원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91FAD8C-24B1-6179-BA6B-F79BC8E0B026}"/>
              </a:ext>
            </a:extLst>
          </p:cNvPr>
          <p:cNvSpPr/>
          <p:nvPr/>
        </p:nvSpPr>
        <p:spPr>
          <a:xfrm>
            <a:off x="974090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B2111F4-7DCA-2069-0E97-30FF0D0780F5}"/>
              </a:ext>
            </a:extLst>
          </p:cNvPr>
          <p:cNvSpPr/>
          <p:nvPr/>
        </p:nvSpPr>
        <p:spPr>
          <a:xfrm>
            <a:off x="854075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시작종료시간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0A50FF0C-583C-0A45-92B4-DBB1941AC03C}"/>
              </a:ext>
            </a:extLst>
          </p:cNvPr>
          <p:cNvCxnSpPr>
            <a:stCxn id="9" idx="3"/>
            <a:endCxn id="38" idx="2"/>
          </p:cNvCxnSpPr>
          <p:nvPr/>
        </p:nvCxnSpPr>
        <p:spPr>
          <a:xfrm flipV="1">
            <a:off x="8229600" y="319577"/>
            <a:ext cx="1511300" cy="1550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2F7F96C-045C-70D1-45A0-B762DDAA4567}"/>
              </a:ext>
            </a:extLst>
          </p:cNvPr>
          <p:cNvCxnSpPr>
            <a:stCxn id="9" idx="3"/>
            <a:endCxn id="39" idx="2"/>
          </p:cNvCxnSpPr>
          <p:nvPr/>
        </p:nvCxnSpPr>
        <p:spPr>
          <a:xfrm flipV="1">
            <a:off x="8229600" y="919202"/>
            <a:ext cx="1511300" cy="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4C6CA3D-A103-897D-11BA-667EB114F403}"/>
              </a:ext>
            </a:extLst>
          </p:cNvPr>
          <p:cNvCxnSpPr>
            <a:stCxn id="9" idx="3"/>
            <a:endCxn id="40" idx="2"/>
          </p:cNvCxnSpPr>
          <p:nvPr/>
        </p:nvCxnSpPr>
        <p:spPr>
          <a:xfrm flipV="1">
            <a:off x="8229600" y="1514025"/>
            <a:ext cx="151130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9DE9E8B-27DC-22E6-342E-55A1F7BB1A62}"/>
              </a:ext>
            </a:extLst>
          </p:cNvPr>
          <p:cNvCxnSpPr>
            <a:stCxn id="9" idx="3"/>
            <a:endCxn id="41" idx="2"/>
          </p:cNvCxnSpPr>
          <p:nvPr/>
        </p:nvCxnSpPr>
        <p:spPr>
          <a:xfrm>
            <a:off x="8229600" y="1870075"/>
            <a:ext cx="151130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098F71D-E539-16FB-4E6E-5E06EF5F6F61}"/>
              </a:ext>
            </a:extLst>
          </p:cNvPr>
          <p:cNvCxnSpPr>
            <a:stCxn id="9" idx="3"/>
            <a:endCxn id="42" idx="2"/>
          </p:cNvCxnSpPr>
          <p:nvPr/>
        </p:nvCxnSpPr>
        <p:spPr>
          <a:xfrm>
            <a:off x="8229600" y="1870075"/>
            <a:ext cx="1511300" cy="848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7FB42097-1C2B-0220-E102-8D8E4AC47BA6}"/>
              </a:ext>
            </a:extLst>
          </p:cNvPr>
          <p:cNvCxnSpPr>
            <a:stCxn id="9" idx="3"/>
            <a:endCxn id="43" idx="2"/>
          </p:cNvCxnSpPr>
          <p:nvPr/>
        </p:nvCxnSpPr>
        <p:spPr>
          <a:xfrm>
            <a:off x="8229600" y="1870075"/>
            <a:ext cx="1511300" cy="1448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F252D3E-33DF-53EB-82EC-51C101FDE449}"/>
              </a:ext>
            </a:extLst>
          </p:cNvPr>
          <p:cNvCxnSpPr>
            <a:stCxn id="9" idx="3"/>
            <a:endCxn id="44" idx="2"/>
          </p:cNvCxnSpPr>
          <p:nvPr/>
        </p:nvCxnSpPr>
        <p:spPr>
          <a:xfrm>
            <a:off x="8229600" y="1870075"/>
            <a:ext cx="151130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48B87CA-3B55-3ED5-7C18-1795C652CC3B}"/>
              </a:ext>
            </a:extLst>
          </p:cNvPr>
          <p:cNvCxnSpPr>
            <a:stCxn id="9" idx="3"/>
            <a:endCxn id="45" idx="2"/>
          </p:cNvCxnSpPr>
          <p:nvPr/>
        </p:nvCxnSpPr>
        <p:spPr>
          <a:xfrm>
            <a:off x="8229600" y="1870075"/>
            <a:ext cx="151130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5BC4A04-F380-5AC2-90D6-25312FAE8DA0}"/>
              </a:ext>
            </a:extLst>
          </p:cNvPr>
          <p:cNvCxnSpPr>
            <a:stCxn id="9" idx="3"/>
            <a:endCxn id="46" idx="2"/>
          </p:cNvCxnSpPr>
          <p:nvPr/>
        </p:nvCxnSpPr>
        <p:spPr>
          <a:xfrm>
            <a:off x="8229600" y="1870075"/>
            <a:ext cx="151130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26705F22-9A30-FDAB-EEA3-4EAF3C826E60}"/>
              </a:ext>
            </a:extLst>
          </p:cNvPr>
          <p:cNvCxnSpPr>
            <a:stCxn id="9" idx="3"/>
            <a:endCxn id="47" idx="2"/>
          </p:cNvCxnSpPr>
          <p:nvPr/>
        </p:nvCxnSpPr>
        <p:spPr>
          <a:xfrm>
            <a:off x="8229600" y="1870075"/>
            <a:ext cx="151130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C0F718D-AF25-B9A7-5EEF-216D044EE314}"/>
              </a:ext>
            </a:extLst>
          </p:cNvPr>
          <p:cNvCxnSpPr>
            <a:stCxn id="9" idx="3"/>
            <a:endCxn id="48" idx="2"/>
          </p:cNvCxnSpPr>
          <p:nvPr/>
        </p:nvCxnSpPr>
        <p:spPr>
          <a:xfrm>
            <a:off x="8229600" y="1870075"/>
            <a:ext cx="1511300" cy="442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6F5E759E-D1BF-1555-46B1-BF5E2BAE173B}"/>
              </a:ext>
            </a:extLst>
          </p:cNvPr>
          <p:cNvCxnSpPr>
            <a:stCxn id="9" idx="3"/>
            <a:endCxn id="49" idx="0"/>
          </p:cNvCxnSpPr>
          <p:nvPr/>
        </p:nvCxnSpPr>
        <p:spPr>
          <a:xfrm>
            <a:off x="8229600" y="1870075"/>
            <a:ext cx="800100" cy="4180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7A09896-2D5F-264C-66F6-3FB26E184F97}"/>
              </a:ext>
            </a:extLst>
          </p:cNvPr>
          <p:cNvCxnSpPr>
            <a:stCxn id="8" idx="2"/>
          </p:cNvCxnSpPr>
          <p:nvPr/>
        </p:nvCxnSpPr>
        <p:spPr>
          <a:xfrm flipH="1">
            <a:off x="3848099" y="2133600"/>
            <a:ext cx="1" cy="50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5B6716C-EA07-5F8D-0069-819B97C596D4}"/>
              </a:ext>
            </a:extLst>
          </p:cNvPr>
          <p:cNvCxnSpPr>
            <a:stCxn id="9" idx="2"/>
          </p:cNvCxnSpPr>
          <p:nvPr/>
        </p:nvCxnSpPr>
        <p:spPr>
          <a:xfrm>
            <a:off x="7702550" y="2133600"/>
            <a:ext cx="0" cy="537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77E3A2C8-6AD5-F483-D493-60EC6D293294}"/>
              </a:ext>
            </a:extLst>
          </p:cNvPr>
          <p:cNvCxnSpPr>
            <a:stCxn id="20" idx="0"/>
            <a:endCxn id="19" idx="0"/>
          </p:cNvCxnSpPr>
          <p:nvPr/>
        </p:nvCxnSpPr>
        <p:spPr>
          <a:xfrm rot="16200000" flipH="1">
            <a:off x="2847893" y="-746043"/>
            <a:ext cx="1550762" cy="4389049"/>
          </a:xfrm>
          <a:prstGeom prst="curvedConnector3">
            <a:avLst>
              <a:gd name="adj1" fmla="val -1474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D275930D-0EAF-44A5-7918-3E41A967F2F8}"/>
              </a:ext>
            </a:extLst>
          </p:cNvPr>
          <p:cNvCxnSpPr>
            <a:stCxn id="38" idx="2"/>
            <a:endCxn id="19" idx="0"/>
          </p:cNvCxnSpPr>
          <p:nvPr/>
        </p:nvCxnSpPr>
        <p:spPr>
          <a:xfrm rot="10800000" flipV="1">
            <a:off x="5817800" y="319576"/>
            <a:ext cx="3923101" cy="190428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7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075D21-1C33-5952-83C8-6B77EA305B4D}"/>
              </a:ext>
            </a:extLst>
          </p:cNvPr>
          <p:cNvCxnSpPr>
            <a:cxnSpLocks/>
          </p:cNvCxnSpPr>
          <p:nvPr/>
        </p:nvCxnSpPr>
        <p:spPr>
          <a:xfrm flipH="1" flipV="1">
            <a:off x="3848099" y="3429000"/>
            <a:ext cx="3854451" cy="29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365E41-D710-A4BE-26D5-E4F96AF5EED6}"/>
              </a:ext>
            </a:extLst>
          </p:cNvPr>
          <p:cNvSpPr/>
          <p:nvPr/>
        </p:nvSpPr>
        <p:spPr>
          <a:xfrm>
            <a:off x="332105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55E56B-41C6-494B-A5C5-7FF4296A8DC5}"/>
              </a:ext>
            </a:extLst>
          </p:cNvPr>
          <p:cNvSpPr/>
          <p:nvPr/>
        </p:nvSpPr>
        <p:spPr>
          <a:xfrm>
            <a:off x="717550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Course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8E6C777C-05CC-E10F-28E2-041019C8FBFB}"/>
              </a:ext>
            </a:extLst>
          </p:cNvPr>
          <p:cNvSpPr/>
          <p:nvPr/>
        </p:nvSpPr>
        <p:spPr>
          <a:xfrm>
            <a:off x="5197474" y="3124200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Cart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1A2325-F2B8-E1C6-1614-5FD17F22642C}"/>
              </a:ext>
            </a:extLst>
          </p:cNvPr>
          <p:cNvSpPr txBox="1"/>
          <p:nvPr/>
        </p:nvSpPr>
        <p:spPr>
          <a:xfrm>
            <a:off x="4632219" y="3014437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                      M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5275EDE-949B-4028-BEA3-E424ED43524F}"/>
              </a:ext>
            </a:extLst>
          </p:cNvPr>
          <p:cNvSpPr/>
          <p:nvPr/>
        </p:nvSpPr>
        <p:spPr>
          <a:xfrm>
            <a:off x="939800" y="67310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학번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2D84F92-FF9D-0708-1B43-E87ECA060941}"/>
              </a:ext>
            </a:extLst>
          </p:cNvPr>
          <p:cNvSpPr/>
          <p:nvPr/>
        </p:nvSpPr>
        <p:spPr>
          <a:xfrm>
            <a:off x="9398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929741C-C838-E2CB-AAF8-CB1B0940EA3F}"/>
              </a:ext>
            </a:extLst>
          </p:cNvPr>
          <p:cNvSpPr/>
          <p:nvPr/>
        </p:nvSpPr>
        <p:spPr>
          <a:xfrm>
            <a:off x="9398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CB62519-0A18-EE4B-257E-7A0023F47160}"/>
              </a:ext>
            </a:extLst>
          </p:cNvPr>
          <p:cNvSpPr/>
          <p:nvPr/>
        </p:nvSpPr>
        <p:spPr>
          <a:xfrm>
            <a:off x="939800" y="2462371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승인상태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90E4F86-5A4E-7F79-D8FF-E3C83065A19C}"/>
              </a:ext>
            </a:extLst>
          </p:cNvPr>
          <p:cNvSpPr/>
          <p:nvPr/>
        </p:nvSpPr>
        <p:spPr>
          <a:xfrm>
            <a:off x="939800" y="307210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D7021B4-4DC1-D0CA-BA44-BDC971CE255B}"/>
              </a:ext>
            </a:extLst>
          </p:cNvPr>
          <p:cNvSpPr/>
          <p:nvPr/>
        </p:nvSpPr>
        <p:spPr>
          <a:xfrm>
            <a:off x="9398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지난학기 성적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3DB8358-0CF1-D62C-E73E-46CAE269F3DB}"/>
              </a:ext>
            </a:extLst>
          </p:cNvPr>
          <p:cNvSpPr/>
          <p:nvPr/>
        </p:nvSpPr>
        <p:spPr>
          <a:xfrm>
            <a:off x="9398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역할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5207AF6-F0A5-950E-E570-620ED9B0AD37}"/>
              </a:ext>
            </a:extLst>
          </p:cNvPr>
          <p:cNvSpPr/>
          <p:nvPr/>
        </p:nvSpPr>
        <p:spPr>
          <a:xfrm>
            <a:off x="9398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단과대학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E80FF1E-C97B-A49B-4B0D-C56956D4EB19}"/>
              </a:ext>
            </a:extLst>
          </p:cNvPr>
          <p:cNvSpPr/>
          <p:nvPr/>
        </p:nvSpPr>
        <p:spPr>
          <a:xfrm>
            <a:off x="9398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학과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D76FBF0-4D72-C728-446D-7B7511A30148}"/>
              </a:ext>
            </a:extLst>
          </p:cNvPr>
          <p:cNvCxnSpPr>
            <a:stCxn id="20" idx="6"/>
            <a:endCxn id="8" idx="1"/>
          </p:cNvCxnSpPr>
          <p:nvPr/>
        </p:nvCxnSpPr>
        <p:spPr>
          <a:xfrm>
            <a:off x="1917700" y="914400"/>
            <a:ext cx="1403350" cy="955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892F565-0CFB-E2DB-B0FE-4186A023FF6F}"/>
              </a:ext>
            </a:extLst>
          </p:cNvPr>
          <p:cNvCxnSpPr>
            <a:stCxn id="21" idx="6"/>
            <a:endCxn id="8" idx="1"/>
          </p:cNvCxnSpPr>
          <p:nvPr/>
        </p:nvCxnSpPr>
        <p:spPr>
          <a:xfrm>
            <a:off x="1917700" y="1514025"/>
            <a:ext cx="140335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F54A7CB-8EF3-AABC-25AB-8A2471DAE83C}"/>
              </a:ext>
            </a:extLst>
          </p:cNvPr>
          <p:cNvCxnSpPr>
            <a:stCxn id="22" idx="6"/>
            <a:endCxn id="8" idx="1"/>
          </p:cNvCxnSpPr>
          <p:nvPr/>
        </p:nvCxnSpPr>
        <p:spPr>
          <a:xfrm flipV="1">
            <a:off x="1917700" y="1870075"/>
            <a:ext cx="140335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6ABAAAA-46B3-674A-0014-E696C3338737}"/>
              </a:ext>
            </a:extLst>
          </p:cNvPr>
          <p:cNvCxnSpPr>
            <a:stCxn id="23" idx="6"/>
            <a:endCxn id="8" idx="1"/>
          </p:cNvCxnSpPr>
          <p:nvPr/>
        </p:nvCxnSpPr>
        <p:spPr>
          <a:xfrm flipV="1">
            <a:off x="1917700" y="1870075"/>
            <a:ext cx="1403350" cy="833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BE92C13-459B-ED42-9221-BB2B7AA37964}"/>
              </a:ext>
            </a:extLst>
          </p:cNvPr>
          <p:cNvCxnSpPr>
            <a:stCxn id="24" idx="6"/>
            <a:endCxn id="8" idx="1"/>
          </p:cNvCxnSpPr>
          <p:nvPr/>
        </p:nvCxnSpPr>
        <p:spPr>
          <a:xfrm flipV="1">
            <a:off x="1917700" y="1870075"/>
            <a:ext cx="1403350" cy="1443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2D14EA2-A207-0B6C-29E0-FF72C08A8C9C}"/>
              </a:ext>
            </a:extLst>
          </p:cNvPr>
          <p:cNvCxnSpPr>
            <a:stCxn id="25" idx="6"/>
            <a:endCxn id="8" idx="1"/>
          </p:cNvCxnSpPr>
          <p:nvPr/>
        </p:nvCxnSpPr>
        <p:spPr>
          <a:xfrm flipV="1">
            <a:off x="1917700" y="1870075"/>
            <a:ext cx="140335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5D45439-C902-AFB9-E0BE-EF70FB3FB2FA}"/>
              </a:ext>
            </a:extLst>
          </p:cNvPr>
          <p:cNvCxnSpPr>
            <a:stCxn id="26" idx="6"/>
            <a:endCxn id="8" idx="1"/>
          </p:cNvCxnSpPr>
          <p:nvPr/>
        </p:nvCxnSpPr>
        <p:spPr>
          <a:xfrm flipV="1">
            <a:off x="1917700" y="1870075"/>
            <a:ext cx="140335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6A21739-4E8A-B7C3-B9E7-B28555ACE638}"/>
              </a:ext>
            </a:extLst>
          </p:cNvPr>
          <p:cNvCxnSpPr>
            <a:stCxn id="27" idx="6"/>
            <a:endCxn id="8" idx="1"/>
          </p:cNvCxnSpPr>
          <p:nvPr/>
        </p:nvCxnSpPr>
        <p:spPr>
          <a:xfrm flipV="1">
            <a:off x="1917700" y="1870075"/>
            <a:ext cx="140335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5A7AC87-FFAB-3714-80D8-C8CCCBA0F624}"/>
              </a:ext>
            </a:extLst>
          </p:cNvPr>
          <p:cNvCxnSpPr>
            <a:stCxn id="28" idx="6"/>
            <a:endCxn id="8" idx="1"/>
          </p:cNvCxnSpPr>
          <p:nvPr/>
        </p:nvCxnSpPr>
        <p:spPr>
          <a:xfrm flipV="1">
            <a:off x="1917700" y="1870075"/>
            <a:ext cx="140335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27D3B060-A0AD-CA0D-8E30-7ABE82F87303}"/>
              </a:ext>
            </a:extLst>
          </p:cNvPr>
          <p:cNvSpPr/>
          <p:nvPr/>
        </p:nvSpPr>
        <p:spPr>
          <a:xfrm>
            <a:off x="9740900" y="7827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강의번호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31881F38-B246-FFBF-BA35-2081D47B4D71}"/>
              </a:ext>
            </a:extLst>
          </p:cNvPr>
          <p:cNvSpPr/>
          <p:nvPr/>
        </p:nvSpPr>
        <p:spPr>
          <a:xfrm>
            <a:off x="9740900" y="67790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강의명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DA0FD734-D68A-91D3-5FBC-A03B08E5BBAA}"/>
              </a:ext>
            </a:extLst>
          </p:cNvPr>
          <p:cNvSpPr/>
          <p:nvPr/>
        </p:nvSpPr>
        <p:spPr>
          <a:xfrm>
            <a:off x="97409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0ACBC4BF-768C-3DE9-90D4-E7CF0A87558A}"/>
              </a:ext>
            </a:extLst>
          </p:cNvPr>
          <p:cNvSpPr/>
          <p:nvPr/>
        </p:nvSpPr>
        <p:spPr>
          <a:xfrm>
            <a:off x="97409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1856893-35A3-02E5-0762-78FBC4CA67E4}"/>
              </a:ext>
            </a:extLst>
          </p:cNvPr>
          <p:cNvSpPr/>
          <p:nvPr/>
        </p:nvSpPr>
        <p:spPr>
          <a:xfrm>
            <a:off x="9740900" y="247728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이수구분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E2CA34F-5153-032F-12C3-E905B4CCE8F5}"/>
              </a:ext>
            </a:extLst>
          </p:cNvPr>
          <p:cNvSpPr/>
          <p:nvPr/>
        </p:nvSpPr>
        <p:spPr>
          <a:xfrm>
            <a:off x="9740900" y="307690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975EE7A-4D1B-D029-6791-E1DBF52A28A2}"/>
              </a:ext>
            </a:extLst>
          </p:cNvPr>
          <p:cNvSpPr/>
          <p:nvPr/>
        </p:nvSpPr>
        <p:spPr>
          <a:xfrm>
            <a:off x="97409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2784DB1-39A3-B837-B9AB-76CD33B2CF9C}"/>
              </a:ext>
            </a:extLst>
          </p:cNvPr>
          <p:cNvSpPr/>
          <p:nvPr/>
        </p:nvSpPr>
        <p:spPr>
          <a:xfrm>
            <a:off x="97409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학과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386DFCF-AE25-6E1D-3146-47DF1F3EAEBD}"/>
              </a:ext>
            </a:extLst>
          </p:cNvPr>
          <p:cNvSpPr/>
          <p:nvPr/>
        </p:nvSpPr>
        <p:spPr>
          <a:xfrm>
            <a:off x="97409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학점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BCE2C5B-5AE0-273E-8AAE-8389851E8869}"/>
              </a:ext>
            </a:extLst>
          </p:cNvPr>
          <p:cNvSpPr/>
          <p:nvPr/>
        </p:nvSpPr>
        <p:spPr>
          <a:xfrm>
            <a:off x="97409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현재수강인원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04E4CFC6-76F1-1A16-03AE-06D280DD03BB}"/>
              </a:ext>
            </a:extLst>
          </p:cNvPr>
          <p:cNvSpPr/>
          <p:nvPr/>
        </p:nvSpPr>
        <p:spPr>
          <a:xfrm>
            <a:off x="974090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D05D015-20A8-7DB7-77E1-8D8F500A968D}"/>
              </a:ext>
            </a:extLst>
          </p:cNvPr>
          <p:cNvSpPr/>
          <p:nvPr/>
        </p:nvSpPr>
        <p:spPr>
          <a:xfrm>
            <a:off x="854075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시작종료시간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4499EB9-4DC8-22FC-D541-6F7C79D0D796}"/>
              </a:ext>
            </a:extLst>
          </p:cNvPr>
          <p:cNvCxnSpPr>
            <a:stCxn id="9" idx="3"/>
            <a:endCxn id="38" idx="2"/>
          </p:cNvCxnSpPr>
          <p:nvPr/>
        </p:nvCxnSpPr>
        <p:spPr>
          <a:xfrm flipV="1">
            <a:off x="8229600" y="319577"/>
            <a:ext cx="1511300" cy="1550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52C5877-B35E-E869-8BEA-91E423C6309E}"/>
              </a:ext>
            </a:extLst>
          </p:cNvPr>
          <p:cNvCxnSpPr>
            <a:stCxn id="9" idx="3"/>
            <a:endCxn id="39" idx="2"/>
          </p:cNvCxnSpPr>
          <p:nvPr/>
        </p:nvCxnSpPr>
        <p:spPr>
          <a:xfrm flipV="1">
            <a:off x="8229600" y="919202"/>
            <a:ext cx="1511300" cy="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B6C9838-6DB2-DF97-F77C-0E511397CEFD}"/>
              </a:ext>
            </a:extLst>
          </p:cNvPr>
          <p:cNvCxnSpPr>
            <a:stCxn id="9" idx="3"/>
            <a:endCxn id="40" idx="2"/>
          </p:cNvCxnSpPr>
          <p:nvPr/>
        </p:nvCxnSpPr>
        <p:spPr>
          <a:xfrm flipV="1">
            <a:off x="8229600" y="1514025"/>
            <a:ext cx="151130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B653056-36B2-AEBE-3436-507E1C69E859}"/>
              </a:ext>
            </a:extLst>
          </p:cNvPr>
          <p:cNvCxnSpPr>
            <a:stCxn id="9" idx="3"/>
            <a:endCxn id="41" idx="2"/>
          </p:cNvCxnSpPr>
          <p:nvPr/>
        </p:nvCxnSpPr>
        <p:spPr>
          <a:xfrm>
            <a:off x="8229600" y="1870075"/>
            <a:ext cx="151130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3AEA3E9-3E1B-7AB3-B3D9-C70775826D2C}"/>
              </a:ext>
            </a:extLst>
          </p:cNvPr>
          <p:cNvCxnSpPr>
            <a:stCxn id="9" idx="3"/>
            <a:endCxn id="42" idx="2"/>
          </p:cNvCxnSpPr>
          <p:nvPr/>
        </p:nvCxnSpPr>
        <p:spPr>
          <a:xfrm>
            <a:off x="8229600" y="1870075"/>
            <a:ext cx="1511300" cy="848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AAA597C-B8E0-0003-133B-0198DDFB01CF}"/>
              </a:ext>
            </a:extLst>
          </p:cNvPr>
          <p:cNvCxnSpPr>
            <a:stCxn id="9" idx="3"/>
            <a:endCxn id="43" idx="2"/>
          </p:cNvCxnSpPr>
          <p:nvPr/>
        </p:nvCxnSpPr>
        <p:spPr>
          <a:xfrm>
            <a:off x="8229600" y="1870075"/>
            <a:ext cx="1511300" cy="1448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3B30B1C-9D3C-AEEF-0F50-0B3740AE5F5C}"/>
              </a:ext>
            </a:extLst>
          </p:cNvPr>
          <p:cNvCxnSpPr>
            <a:stCxn id="9" idx="3"/>
            <a:endCxn id="44" idx="2"/>
          </p:cNvCxnSpPr>
          <p:nvPr/>
        </p:nvCxnSpPr>
        <p:spPr>
          <a:xfrm>
            <a:off x="8229600" y="1870075"/>
            <a:ext cx="151130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7022D32-2042-2A4D-E3E7-20C518A6168E}"/>
              </a:ext>
            </a:extLst>
          </p:cNvPr>
          <p:cNvCxnSpPr>
            <a:stCxn id="9" idx="3"/>
            <a:endCxn id="45" idx="2"/>
          </p:cNvCxnSpPr>
          <p:nvPr/>
        </p:nvCxnSpPr>
        <p:spPr>
          <a:xfrm>
            <a:off x="8229600" y="1870075"/>
            <a:ext cx="151130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D11ABE7-5929-5193-59CC-2DE2492FDA9D}"/>
              </a:ext>
            </a:extLst>
          </p:cNvPr>
          <p:cNvCxnSpPr>
            <a:stCxn id="9" idx="3"/>
            <a:endCxn id="46" idx="2"/>
          </p:cNvCxnSpPr>
          <p:nvPr/>
        </p:nvCxnSpPr>
        <p:spPr>
          <a:xfrm>
            <a:off x="8229600" y="1870075"/>
            <a:ext cx="151130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6C992CB-378E-95A8-4CB5-2A857CAEA269}"/>
              </a:ext>
            </a:extLst>
          </p:cNvPr>
          <p:cNvCxnSpPr>
            <a:stCxn id="9" idx="3"/>
            <a:endCxn id="47" idx="2"/>
          </p:cNvCxnSpPr>
          <p:nvPr/>
        </p:nvCxnSpPr>
        <p:spPr>
          <a:xfrm>
            <a:off x="8229600" y="1870075"/>
            <a:ext cx="151130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71C657B-80EB-7622-D114-55EBE3A7E2D9}"/>
              </a:ext>
            </a:extLst>
          </p:cNvPr>
          <p:cNvCxnSpPr>
            <a:stCxn id="9" idx="3"/>
            <a:endCxn id="48" idx="2"/>
          </p:cNvCxnSpPr>
          <p:nvPr/>
        </p:nvCxnSpPr>
        <p:spPr>
          <a:xfrm>
            <a:off x="8229600" y="1870075"/>
            <a:ext cx="1511300" cy="442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199F468-D1D2-E9C2-709B-0DBC7C004094}"/>
              </a:ext>
            </a:extLst>
          </p:cNvPr>
          <p:cNvCxnSpPr>
            <a:stCxn id="9" idx="3"/>
            <a:endCxn id="49" idx="0"/>
          </p:cNvCxnSpPr>
          <p:nvPr/>
        </p:nvCxnSpPr>
        <p:spPr>
          <a:xfrm>
            <a:off x="8229600" y="1870075"/>
            <a:ext cx="800100" cy="4180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301491D-223A-513A-27CD-FC1960470C86}"/>
              </a:ext>
            </a:extLst>
          </p:cNvPr>
          <p:cNvCxnSpPr>
            <a:stCxn id="8" idx="2"/>
          </p:cNvCxnSpPr>
          <p:nvPr/>
        </p:nvCxnSpPr>
        <p:spPr>
          <a:xfrm flipH="1">
            <a:off x="3848099" y="2133600"/>
            <a:ext cx="1" cy="129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32F7DED-76CE-5236-1519-15389E134AC0}"/>
              </a:ext>
            </a:extLst>
          </p:cNvPr>
          <p:cNvCxnSpPr>
            <a:stCxn id="9" idx="2"/>
          </p:cNvCxnSpPr>
          <p:nvPr/>
        </p:nvCxnSpPr>
        <p:spPr>
          <a:xfrm>
            <a:off x="7702550" y="2133600"/>
            <a:ext cx="0" cy="13245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78DC230B-AB0C-50D0-D52D-D7DBFDC42676}"/>
              </a:ext>
            </a:extLst>
          </p:cNvPr>
          <p:cNvCxnSpPr>
            <a:stCxn id="20" idx="0"/>
            <a:endCxn id="18" idx="0"/>
          </p:cNvCxnSpPr>
          <p:nvPr/>
        </p:nvCxnSpPr>
        <p:spPr>
          <a:xfrm rot="16200000" flipH="1">
            <a:off x="2452606" y="-350757"/>
            <a:ext cx="2341337" cy="4389050"/>
          </a:xfrm>
          <a:prstGeom prst="curvedConnector3">
            <a:avLst>
              <a:gd name="adj1" fmla="val -976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ABB22BC8-CA4C-3665-3907-36CDB2FC19C7}"/>
              </a:ext>
            </a:extLst>
          </p:cNvPr>
          <p:cNvCxnSpPr>
            <a:stCxn id="38" idx="2"/>
            <a:endCxn id="18" idx="0"/>
          </p:cNvCxnSpPr>
          <p:nvPr/>
        </p:nvCxnSpPr>
        <p:spPr>
          <a:xfrm rot="10800000" flipV="1">
            <a:off x="5817800" y="319577"/>
            <a:ext cx="3923100" cy="269486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06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6D13326-5124-0D63-4DC6-54846F014D0A}"/>
              </a:ext>
            </a:extLst>
          </p:cNvPr>
          <p:cNvCxnSpPr>
            <a:cxnSpLocks/>
          </p:cNvCxnSpPr>
          <p:nvPr/>
        </p:nvCxnSpPr>
        <p:spPr>
          <a:xfrm flipH="1" flipV="1">
            <a:off x="3848099" y="4235450"/>
            <a:ext cx="3854451" cy="29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3D3411-18BF-50E5-8397-FC479CAFC03E}"/>
              </a:ext>
            </a:extLst>
          </p:cNvPr>
          <p:cNvSpPr/>
          <p:nvPr/>
        </p:nvSpPr>
        <p:spPr>
          <a:xfrm>
            <a:off x="332105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C5C1AA-4988-22B3-9F94-F0CC3E1E6625}"/>
              </a:ext>
            </a:extLst>
          </p:cNvPr>
          <p:cNvSpPr/>
          <p:nvPr/>
        </p:nvSpPr>
        <p:spPr>
          <a:xfrm>
            <a:off x="717550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Course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08A54E27-7FBA-974C-2382-DBFBF539077F}"/>
              </a:ext>
            </a:extLst>
          </p:cNvPr>
          <p:cNvSpPr/>
          <p:nvPr/>
        </p:nvSpPr>
        <p:spPr>
          <a:xfrm>
            <a:off x="5197474" y="3914775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extraEnroll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9D77EDA-BAED-5BD6-C2A9-26F348996DD9}"/>
              </a:ext>
            </a:extLst>
          </p:cNvPr>
          <p:cNvCxnSpPr>
            <a:stCxn id="8" idx="2"/>
          </p:cNvCxnSpPr>
          <p:nvPr/>
        </p:nvCxnSpPr>
        <p:spPr>
          <a:xfrm>
            <a:off x="3848100" y="2133600"/>
            <a:ext cx="0" cy="2101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A60A8B2-15F7-7641-5B05-1B9E962FED3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702550" y="2133600"/>
            <a:ext cx="0" cy="2131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3A9739-D5D6-B0BC-0C2E-5D2CA893A938}"/>
              </a:ext>
            </a:extLst>
          </p:cNvPr>
          <p:cNvSpPr txBox="1"/>
          <p:nvPr/>
        </p:nvSpPr>
        <p:spPr>
          <a:xfrm>
            <a:off x="4632220" y="3814737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                      M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FA7AE0F-60FF-93BC-0692-DE9E21EAF8D1}"/>
              </a:ext>
            </a:extLst>
          </p:cNvPr>
          <p:cNvSpPr/>
          <p:nvPr/>
        </p:nvSpPr>
        <p:spPr>
          <a:xfrm>
            <a:off x="939800" y="67310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학번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BAC449A-0907-3BAE-82DA-2296752EAED4}"/>
              </a:ext>
            </a:extLst>
          </p:cNvPr>
          <p:cNvSpPr/>
          <p:nvPr/>
        </p:nvSpPr>
        <p:spPr>
          <a:xfrm>
            <a:off x="9398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E4AC228-363F-8F33-6700-CFD587CCBB21}"/>
              </a:ext>
            </a:extLst>
          </p:cNvPr>
          <p:cNvSpPr/>
          <p:nvPr/>
        </p:nvSpPr>
        <p:spPr>
          <a:xfrm>
            <a:off x="9398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EADA75A-E4A8-4F0C-3750-7ED6506C2BF7}"/>
              </a:ext>
            </a:extLst>
          </p:cNvPr>
          <p:cNvSpPr/>
          <p:nvPr/>
        </p:nvSpPr>
        <p:spPr>
          <a:xfrm>
            <a:off x="939800" y="2462371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승인상태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0E8F79F-8A7F-C883-C10D-70BB0C775EC8}"/>
              </a:ext>
            </a:extLst>
          </p:cNvPr>
          <p:cNvSpPr/>
          <p:nvPr/>
        </p:nvSpPr>
        <p:spPr>
          <a:xfrm>
            <a:off x="939800" y="307210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A6988B1-4C81-F97C-4A53-B46D7A95EE38}"/>
              </a:ext>
            </a:extLst>
          </p:cNvPr>
          <p:cNvSpPr/>
          <p:nvPr/>
        </p:nvSpPr>
        <p:spPr>
          <a:xfrm>
            <a:off x="9398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지난학기 성적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EAB9005-62C8-7646-4314-8DDF677968CC}"/>
              </a:ext>
            </a:extLst>
          </p:cNvPr>
          <p:cNvSpPr/>
          <p:nvPr/>
        </p:nvSpPr>
        <p:spPr>
          <a:xfrm>
            <a:off x="9398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역할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D82AD0F-1D78-F2BD-8F39-54A71B4D2283}"/>
              </a:ext>
            </a:extLst>
          </p:cNvPr>
          <p:cNvSpPr/>
          <p:nvPr/>
        </p:nvSpPr>
        <p:spPr>
          <a:xfrm>
            <a:off x="9398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단과대학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F881C5D-BC3C-4DB8-034E-CE13D8064EDB}"/>
              </a:ext>
            </a:extLst>
          </p:cNvPr>
          <p:cNvSpPr/>
          <p:nvPr/>
        </p:nvSpPr>
        <p:spPr>
          <a:xfrm>
            <a:off x="9398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학과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4A9D72F-6CEF-D7CA-4AC1-78A8B5D31A21}"/>
              </a:ext>
            </a:extLst>
          </p:cNvPr>
          <p:cNvCxnSpPr>
            <a:stCxn id="20" idx="6"/>
            <a:endCxn id="8" idx="1"/>
          </p:cNvCxnSpPr>
          <p:nvPr/>
        </p:nvCxnSpPr>
        <p:spPr>
          <a:xfrm>
            <a:off x="1917700" y="914400"/>
            <a:ext cx="1403350" cy="955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567832B-1A56-999B-8416-E81053A1EFC4}"/>
              </a:ext>
            </a:extLst>
          </p:cNvPr>
          <p:cNvCxnSpPr>
            <a:stCxn id="21" idx="6"/>
            <a:endCxn id="8" idx="1"/>
          </p:cNvCxnSpPr>
          <p:nvPr/>
        </p:nvCxnSpPr>
        <p:spPr>
          <a:xfrm>
            <a:off x="1917700" y="1514025"/>
            <a:ext cx="140335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060F45E-24AE-DAAF-8ED5-46CD071B96BD}"/>
              </a:ext>
            </a:extLst>
          </p:cNvPr>
          <p:cNvCxnSpPr>
            <a:stCxn id="22" idx="6"/>
            <a:endCxn id="8" idx="1"/>
          </p:cNvCxnSpPr>
          <p:nvPr/>
        </p:nvCxnSpPr>
        <p:spPr>
          <a:xfrm flipV="1">
            <a:off x="1917700" y="1870075"/>
            <a:ext cx="140335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5282665-51C7-735E-0B74-AD80CB342646}"/>
              </a:ext>
            </a:extLst>
          </p:cNvPr>
          <p:cNvCxnSpPr>
            <a:stCxn id="23" idx="6"/>
            <a:endCxn id="8" idx="1"/>
          </p:cNvCxnSpPr>
          <p:nvPr/>
        </p:nvCxnSpPr>
        <p:spPr>
          <a:xfrm flipV="1">
            <a:off x="1917700" y="1870075"/>
            <a:ext cx="1403350" cy="833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E7CABD3-4F80-6FD1-B5B0-DF1766B9FFD0}"/>
              </a:ext>
            </a:extLst>
          </p:cNvPr>
          <p:cNvCxnSpPr>
            <a:stCxn id="24" idx="6"/>
            <a:endCxn id="8" idx="1"/>
          </p:cNvCxnSpPr>
          <p:nvPr/>
        </p:nvCxnSpPr>
        <p:spPr>
          <a:xfrm flipV="1">
            <a:off x="1917700" y="1870075"/>
            <a:ext cx="1403350" cy="1443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3D38AE9-F14B-E5E1-8750-3CA80EC5894B}"/>
              </a:ext>
            </a:extLst>
          </p:cNvPr>
          <p:cNvCxnSpPr>
            <a:stCxn id="25" idx="6"/>
            <a:endCxn id="8" idx="1"/>
          </p:cNvCxnSpPr>
          <p:nvPr/>
        </p:nvCxnSpPr>
        <p:spPr>
          <a:xfrm flipV="1">
            <a:off x="1917700" y="1870075"/>
            <a:ext cx="140335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C83F2E7-606E-5EAF-2468-26F8482FEF68}"/>
              </a:ext>
            </a:extLst>
          </p:cNvPr>
          <p:cNvCxnSpPr>
            <a:stCxn id="26" idx="6"/>
            <a:endCxn id="8" idx="1"/>
          </p:cNvCxnSpPr>
          <p:nvPr/>
        </p:nvCxnSpPr>
        <p:spPr>
          <a:xfrm flipV="1">
            <a:off x="1917700" y="1870075"/>
            <a:ext cx="140335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0BCC2E9-1F5F-4325-9F15-2EAD264DE8F2}"/>
              </a:ext>
            </a:extLst>
          </p:cNvPr>
          <p:cNvCxnSpPr>
            <a:stCxn id="27" idx="6"/>
            <a:endCxn id="8" idx="1"/>
          </p:cNvCxnSpPr>
          <p:nvPr/>
        </p:nvCxnSpPr>
        <p:spPr>
          <a:xfrm flipV="1">
            <a:off x="1917700" y="1870075"/>
            <a:ext cx="140335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EBDB3B4-8851-F8D0-41B4-92ED4128D8CB}"/>
              </a:ext>
            </a:extLst>
          </p:cNvPr>
          <p:cNvCxnSpPr>
            <a:stCxn id="28" idx="6"/>
            <a:endCxn id="8" idx="1"/>
          </p:cNvCxnSpPr>
          <p:nvPr/>
        </p:nvCxnSpPr>
        <p:spPr>
          <a:xfrm flipV="1">
            <a:off x="1917700" y="1870075"/>
            <a:ext cx="140335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A3330526-5126-D7A7-6919-CA71855270C1}"/>
              </a:ext>
            </a:extLst>
          </p:cNvPr>
          <p:cNvSpPr/>
          <p:nvPr/>
        </p:nvSpPr>
        <p:spPr>
          <a:xfrm>
            <a:off x="9740900" y="7827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강의번호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ACB6E5A-134D-FD55-280D-B4CF6A5F80FC}"/>
              </a:ext>
            </a:extLst>
          </p:cNvPr>
          <p:cNvSpPr/>
          <p:nvPr/>
        </p:nvSpPr>
        <p:spPr>
          <a:xfrm>
            <a:off x="9740900" y="67790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강의명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2D11D80E-68AF-588B-DB5B-F41277EC59DD}"/>
              </a:ext>
            </a:extLst>
          </p:cNvPr>
          <p:cNvSpPr/>
          <p:nvPr/>
        </p:nvSpPr>
        <p:spPr>
          <a:xfrm>
            <a:off x="97409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6A2BAE8-A52D-61CD-8DF4-1D25C2832B4B}"/>
              </a:ext>
            </a:extLst>
          </p:cNvPr>
          <p:cNvSpPr/>
          <p:nvPr/>
        </p:nvSpPr>
        <p:spPr>
          <a:xfrm>
            <a:off x="97409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91674AC-6A34-05A8-98D7-303DD206FBFA}"/>
              </a:ext>
            </a:extLst>
          </p:cNvPr>
          <p:cNvSpPr/>
          <p:nvPr/>
        </p:nvSpPr>
        <p:spPr>
          <a:xfrm>
            <a:off x="9740900" y="247728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이수구분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6AE162E-B814-AB82-AB25-F3659B167E41}"/>
              </a:ext>
            </a:extLst>
          </p:cNvPr>
          <p:cNvSpPr/>
          <p:nvPr/>
        </p:nvSpPr>
        <p:spPr>
          <a:xfrm>
            <a:off x="9740900" y="307690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E3DFFB0-322B-64AA-481D-1F3938E7BA90}"/>
              </a:ext>
            </a:extLst>
          </p:cNvPr>
          <p:cNvSpPr/>
          <p:nvPr/>
        </p:nvSpPr>
        <p:spPr>
          <a:xfrm>
            <a:off x="97409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0D06CC5A-C795-9054-322D-31F7949E0D89}"/>
              </a:ext>
            </a:extLst>
          </p:cNvPr>
          <p:cNvSpPr/>
          <p:nvPr/>
        </p:nvSpPr>
        <p:spPr>
          <a:xfrm>
            <a:off x="97409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학과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47B1CF71-2CBB-F328-1F3E-D7FCAE2B8E00}"/>
              </a:ext>
            </a:extLst>
          </p:cNvPr>
          <p:cNvSpPr/>
          <p:nvPr/>
        </p:nvSpPr>
        <p:spPr>
          <a:xfrm>
            <a:off x="97409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학점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EA48767-04CC-9BA8-F62E-6D4F5828A3DC}"/>
              </a:ext>
            </a:extLst>
          </p:cNvPr>
          <p:cNvSpPr/>
          <p:nvPr/>
        </p:nvSpPr>
        <p:spPr>
          <a:xfrm>
            <a:off x="97409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현재수강인원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C729A9D-9AD0-09AA-AB97-6A79172B1CB5}"/>
              </a:ext>
            </a:extLst>
          </p:cNvPr>
          <p:cNvSpPr/>
          <p:nvPr/>
        </p:nvSpPr>
        <p:spPr>
          <a:xfrm>
            <a:off x="974090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D8E54713-CFEC-433E-8245-C178996EDD30}"/>
              </a:ext>
            </a:extLst>
          </p:cNvPr>
          <p:cNvSpPr/>
          <p:nvPr/>
        </p:nvSpPr>
        <p:spPr>
          <a:xfrm>
            <a:off x="854075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시작종료시간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16D86DE-7996-19E5-5AED-E5F1AA22B847}"/>
              </a:ext>
            </a:extLst>
          </p:cNvPr>
          <p:cNvCxnSpPr>
            <a:stCxn id="9" idx="3"/>
            <a:endCxn id="38" idx="2"/>
          </p:cNvCxnSpPr>
          <p:nvPr/>
        </p:nvCxnSpPr>
        <p:spPr>
          <a:xfrm flipV="1">
            <a:off x="8229600" y="319577"/>
            <a:ext cx="1511300" cy="1550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7DA6880-E835-89F9-1475-5F7EB3A45F6B}"/>
              </a:ext>
            </a:extLst>
          </p:cNvPr>
          <p:cNvCxnSpPr>
            <a:stCxn id="9" idx="3"/>
            <a:endCxn id="39" idx="2"/>
          </p:cNvCxnSpPr>
          <p:nvPr/>
        </p:nvCxnSpPr>
        <p:spPr>
          <a:xfrm flipV="1">
            <a:off x="8229600" y="919202"/>
            <a:ext cx="1511300" cy="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1D734BE4-DCF3-6336-FC1A-B55E5830FAFB}"/>
              </a:ext>
            </a:extLst>
          </p:cNvPr>
          <p:cNvCxnSpPr>
            <a:stCxn id="9" idx="3"/>
            <a:endCxn id="40" idx="2"/>
          </p:cNvCxnSpPr>
          <p:nvPr/>
        </p:nvCxnSpPr>
        <p:spPr>
          <a:xfrm flipV="1">
            <a:off x="8229600" y="1514025"/>
            <a:ext cx="151130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4384632-CBE0-2D4E-56CB-33FAB43DD287}"/>
              </a:ext>
            </a:extLst>
          </p:cNvPr>
          <p:cNvCxnSpPr>
            <a:stCxn id="9" idx="3"/>
            <a:endCxn id="41" idx="2"/>
          </p:cNvCxnSpPr>
          <p:nvPr/>
        </p:nvCxnSpPr>
        <p:spPr>
          <a:xfrm>
            <a:off x="8229600" y="1870075"/>
            <a:ext cx="151130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05182FC-80CA-9C0A-C2A9-B395E8FA0AC9}"/>
              </a:ext>
            </a:extLst>
          </p:cNvPr>
          <p:cNvCxnSpPr>
            <a:stCxn id="9" idx="3"/>
            <a:endCxn id="42" idx="2"/>
          </p:cNvCxnSpPr>
          <p:nvPr/>
        </p:nvCxnSpPr>
        <p:spPr>
          <a:xfrm>
            <a:off x="8229600" y="1870075"/>
            <a:ext cx="1511300" cy="848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9D66EA7-5A08-D553-98A0-F95D787D8800}"/>
              </a:ext>
            </a:extLst>
          </p:cNvPr>
          <p:cNvCxnSpPr>
            <a:stCxn id="9" idx="3"/>
            <a:endCxn id="43" idx="2"/>
          </p:cNvCxnSpPr>
          <p:nvPr/>
        </p:nvCxnSpPr>
        <p:spPr>
          <a:xfrm>
            <a:off x="8229600" y="1870075"/>
            <a:ext cx="1511300" cy="1448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B100B24-304B-C783-6318-7EC04BEFE013}"/>
              </a:ext>
            </a:extLst>
          </p:cNvPr>
          <p:cNvCxnSpPr>
            <a:stCxn id="9" idx="3"/>
            <a:endCxn id="44" idx="2"/>
          </p:cNvCxnSpPr>
          <p:nvPr/>
        </p:nvCxnSpPr>
        <p:spPr>
          <a:xfrm>
            <a:off x="8229600" y="1870075"/>
            <a:ext cx="151130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4297511-86AB-AB8C-B621-C40A68502426}"/>
              </a:ext>
            </a:extLst>
          </p:cNvPr>
          <p:cNvCxnSpPr>
            <a:stCxn id="9" idx="3"/>
            <a:endCxn id="45" idx="2"/>
          </p:cNvCxnSpPr>
          <p:nvPr/>
        </p:nvCxnSpPr>
        <p:spPr>
          <a:xfrm>
            <a:off x="8229600" y="1870075"/>
            <a:ext cx="151130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9E3F9BF-FB16-1A69-FB5F-2E8E6DD57205}"/>
              </a:ext>
            </a:extLst>
          </p:cNvPr>
          <p:cNvCxnSpPr>
            <a:stCxn id="9" idx="3"/>
            <a:endCxn id="46" idx="2"/>
          </p:cNvCxnSpPr>
          <p:nvPr/>
        </p:nvCxnSpPr>
        <p:spPr>
          <a:xfrm>
            <a:off x="8229600" y="1870075"/>
            <a:ext cx="151130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200FD73-9FC0-529A-9199-7618536B62CF}"/>
              </a:ext>
            </a:extLst>
          </p:cNvPr>
          <p:cNvCxnSpPr>
            <a:stCxn id="9" idx="3"/>
            <a:endCxn id="47" idx="2"/>
          </p:cNvCxnSpPr>
          <p:nvPr/>
        </p:nvCxnSpPr>
        <p:spPr>
          <a:xfrm>
            <a:off x="8229600" y="1870075"/>
            <a:ext cx="151130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1E5B340-11B1-7C4D-FBF1-56DE48677B2B}"/>
              </a:ext>
            </a:extLst>
          </p:cNvPr>
          <p:cNvCxnSpPr>
            <a:stCxn id="9" idx="3"/>
            <a:endCxn id="48" idx="2"/>
          </p:cNvCxnSpPr>
          <p:nvPr/>
        </p:nvCxnSpPr>
        <p:spPr>
          <a:xfrm>
            <a:off x="8229600" y="1870075"/>
            <a:ext cx="1511300" cy="442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1E0DA88-0EF0-54D5-762C-45D6C49B9C02}"/>
              </a:ext>
            </a:extLst>
          </p:cNvPr>
          <p:cNvCxnSpPr>
            <a:stCxn id="9" idx="3"/>
            <a:endCxn id="49" idx="0"/>
          </p:cNvCxnSpPr>
          <p:nvPr/>
        </p:nvCxnSpPr>
        <p:spPr>
          <a:xfrm>
            <a:off x="8229600" y="1870075"/>
            <a:ext cx="800100" cy="4180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553C79F3-22F9-3B55-04AE-4A621A45FA13}"/>
              </a:ext>
            </a:extLst>
          </p:cNvPr>
          <p:cNvSpPr/>
          <p:nvPr/>
        </p:nvSpPr>
        <p:spPr>
          <a:xfrm>
            <a:off x="4375150" y="506884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사유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9B0E59E-429E-40E5-A279-973A14D0D4A9}"/>
              </a:ext>
            </a:extLst>
          </p:cNvPr>
          <p:cNvSpPr/>
          <p:nvPr/>
        </p:nvSpPr>
        <p:spPr>
          <a:xfrm>
            <a:off x="6320755" y="506884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요청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상태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6CF13B8-6FB6-FB4B-3E79-F9B4B06B4853}"/>
              </a:ext>
            </a:extLst>
          </p:cNvPr>
          <p:cNvCxnSpPr>
            <a:stCxn id="62" idx="0"/>
            <a:endCxn id="13" idx="2"/>
          </p:cNvCxnSpPr>
          <p:nvPr/>
        </p:nvCxnSpPr>
        <p:spPr>
          <a:xfrm flipV="1">
            <a:off x="4864100" y="4568825"/>
            <a:ext cx="960437" cy="500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522372E-67B4-3CEC-F425-1D40E4920F16}"/>
              </a:ext>
            </a:extLst>
          </p:cNvPr>
          <p:cNvCxnSpPr>
            <a:stCxn id="13" idx="2"/>
            <a:endCxn id="63" idx="0"/>
          </p:cNvCxnSpPr>
          <p:nvPr/>
        </p:nvCxnSpPr>
        <p:spPr>
          <a:xfrm>
            <a:off x="5824537" y="4568825"/>
            <a:ext cx="985168" cy="500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03160F8E-F317-693A-71E0-43077152CC82}"/>
              </a:ext>
            </a:extLst>
          </p:cNvPr>
          <p:cNvCxnSpPr>
            <a:stCxn id="20" idx="0"/>
            <a:endCxn id="17" idx="0"/>
          </p:cNvCxnSpPr>
          <p:nvPr/>
        </p:nvCxnSpPr>
        <p:spPr>
          <a:xfrm rot="16200000" flipH="1">
            <a:off x="2052456" y="49393"/>
            <a:ext cx="3141637" cy="4389051"/>
          </a:xfrm>
          <a:prstGeom prst="curvedConnector3">
            <a:avLst>
              <a:gd name="adj1" fmla="val -72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5B384FF1-B88E-4823-5B40-ABD9B158374C}"/>
              </a:ext>
            </a:extLst>
          </p:cNvPr>
          <p:cNvCxnSpPr>
            <a:stCxn id="38" idx="2"/>
            <a:endCxn id="17" idx="0"/>
          </p:cNvCxnSpPr>
          <p:nvPr/>
        </p:nvCxnSpPr>
        <p:spPr>
          <a:xfrm rot="10800000" flipV="1">
            <a:off x="5817802" y="319577"/>
            <a:ext cx="3923099" cy="349516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82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0181A87-F308-5176-49A4-392DC2466AE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375150" y="1870075"/>
            <a:ext cx="28003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6C16EF-6C47-8215-414F-955D1C6934A4}"/>
              </a:ext>
            </a:extLst>
          </p:cNvPr>
          <p:cNvSpPr/>
          <p:nvPr/>
        </p:nvSpPr>
        <p:spPr>
          <a:xfrm>
            <a:off x="332105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872309-AEA7-FA91-0512-57B8B2E6108D}"/>
              </a:ext>
            </a:extLst>
          </p:cNvPr>
          <p:cNvSpPr/>
          <p:nvPr/>
        </p:nvSpPr>
        <p:spPr>
          <a:xfrm>
            <a:off x="7175500" y="1606550"/>
            <a:ext cx="1054100" cy="527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Course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52E50011-DF4C-F6AE-96D3-278A5A9E51E8}"/>
              </a:ext>
            </a:extLst>
          </p:cNvPr>
          <p:cNvSpPr/>
          <p:nvPr/>
        </p:nvSpPr>
        <p:spPr>
          <a:xfrm>
            <a:off x="5197474" y="1543050"/>
            <a:ext cx="1254126" cy="654050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담당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37EE1-68F5-B903-4459-49CD57DD0F9D}"/>
              </a:ext>
            </a:extLst>
          </p:cNvPr>
          <p:cNvSpPr txBox="1"/>
          <p:nvPr/>
        </p:nvSpPr>
        <p:spPr>
          <a:xfrm>
            <a:off x="4632222" y="1514025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                     N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66CD42B-99D0-5279-B710-4F9BEDC3E985}"/>
              </a:ext>
            </a:extLst>
          </p:cNvPr>
          <p:cNvSpPr/>
          <p:nvPr/>
        </p:nvSpPr>
        <p:spPr>
          <a:xfrm>
            <a:off x="939800" y="67310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학번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E1D07B0-070A-EB30-FBCF-56F35F696BE5}"/>
              </a:ext>
            </a:extLst>
          </p:cNvPr>
          <p:cNvSpPr/>
          <p:nvPr/>
        </p:nvSpPr>
        <p:spPr>
          <a:xfrm>
            <a:off x="9398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비밀번호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97212A6-19A5-392A-738E-479C409C998D}"/>
              </a:ext>
            </a:extLst>
          </p:cNvPr>
          <p:cNvSpPr/>
          <p:nvPr/>
        </p:nvSpPr>
        <p:spPr>
          <a:xfrm>
            <a:off x="9398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49603B0-3FFA-3962-BE58-F74746685E80}"/>
              </a:ext>
            </a:extLst>
          </p:cNvPr>
          <p:cNvSpPr/>
          <p:nvPr/>
        </p:nvSpPr>
        <p:spPr>
          <a:xfrm>
            <a:off x="939800" y="2462371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승인상태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A9755EB-7DED-76E7-3B1F-8D0F457BF37F}"/>
              </a:ext>
            </a:extLst>
          </p:cNvPr>
          <p:cNvSpPr/>
          <p:nvPr/>
        </p:nvSpPr>
        <p:spPr>
          <a:xfrm>
            <a:off x="939800" y="307210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04B2042-82DF-4D6D-0EB8-12DA660E07AF}"/>
              </a:ext>
            </a:extLst>
          </p:cNvPr>
          <p:cNvSpPr/>
          <p:nvPr/>
        </p:nvSpPr>
        <p:spPr>
          <a:xfrm>
            <a:off x="9398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지난학기 성적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32E2CC0-9F70-7A11-E3C7-6F4764C067C5}"/>
              </a:ext>
            </a:extLst>
          </p:cNvPr>
          <p:cNvSpPr/>
          <p:nvPr/>
        </p:nvSpPr>
        <p:spPr>
          <a:xfrm>
            <a:off x="9398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역할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CD5FB59-58C7-50B4-3C72-A057C16AD122}"/>
              </a:ext>
            </a:extLst>
          </p:cNvPr>
          <p:cNvSpPr/>
          <p:nvPr/>
        </p:nvSpPr>
        <p:spPr>
          <a:xfrm>
            <a:off x="9398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단과대학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9550D51-8D6E-5749-F2CD-D622BBC19EB6}"/>
              </a:ext>
            </a:extLst>
          </p:cNvPr>
          <p:cNvSpPr/>
          <p:nvPr/>
        </p:nvSpPr>
        <p:spPr>
          <a:xfrm>
            <a:off x="9398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학과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F1454D9-826C-EC03-1C01-6942C52C00EB}"/>
              </a:ext>
            </a:extLst>
          </p:cNvPr>
          <p:cNvCxnSpPr>
            <a:stCxn id="20" idx="6"/>
            <a:endCxn id="8" idx="1"/>
          </p:cNvCxnSpPr>
          <p:nvPr/>
        </p:nvCxnSpPr>
        <p:spPr>
          <a:xfrm>
            <a:off x="1917700" y="914400"/>
            <a:ext cx="1403350" cy="955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37F679F-F12D-A1E5-7196-FA0201AA477F}"/>
              </a:ext>
            </a:extLst>
          </p:cNvPr>
          <p:cNvCxnSpPr>
            <a:stCxn id="21" idx="6"/>
            <a:endCxn id="8" idx="1"/>
          </p:cNvCxnSpPr>
          <p:nvPr/>
        </p:nvCxnSpPr>
        <p:spPr>
          <a:xfrm>
            <a:off x="1917700" y="1514025"/>
            <a:ext cx="140335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560C20A-5BB8-9FDB-E2D7-3ACB6032B31A}"/>
              </a:ext>
            </a:extLst>
          </p:cNvPr>
          <p:cNvCxnSpPr>
            <a:stCxn id="22" idx="6"/>
            <a:endCxn id="8" idx="1"/>
          </p:cNvCxnSpPr>
          <p:nvPr/>
        </p:nvCxnSpPr>
        <p:spPr>
          <a:xfrm flipV="1">
            <a:off x="1917700" y="1870075"/>
            <a:ext cx="140335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728239A-6BC0-34D8-D898-D7778EA6E9B7}"/>
              </a:ext>
            </a:extLst>
          </p:cNvPr>
          <p:cNvCxnSpPr>
            <a:stCxn id="23" idx="6"/>
            <a:endCxn id="8" idx="1"/>
          </p:cNvCxnSpPr>
          <p:nvPr/>
        </p:nvCxnSpPr>
        <p:spPr>
          <a:xfrm flipV="1">
            <a:off x="1917700" y="1870075"/>
            <a:ext cx="1403350" cy="833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E96471C-2958-11E0-27AA-1EF159F63A57}"/>
              </a:ext>
            </a:extLst>
          </p:cNvPr>
          <p:cNvCxnSpPr>
            <a:stCxn id="24" idx="6"/>
            <a:endCxn id="8" idx="1"/>
          </p:cNvCxnSpPr>
          <p:nvPr/>
        </p:nvCxnSpPr>
        <p:spPr>
          <a:xfrm flipV="1">
            <a:off x="1917700" y="1870075"/>
            <a:ext cx="1403350" cy="1443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DFA2646-1321-B097-3DAA-8E9C77C2065F}"/>
              </a:ext>
            </a:extLst>
          </p:cNvPr>
          <p:cNvCxnSpPr>
            <a:stCxn id="25" idx="6"/>
            <a:endCxn id="8" idx="1"/>
          </p:cNvCxnSpPr>
          <p:nvPr/>
        </p:nvCxnSpPr>
        <p:spPr>
          <a:xfrm flipV="1">
            <a:off x="1917700" y="1870075"/>
            <a:ext cx="140335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AC65DCF-26DA-9BB1-4D5B-0162E64924F0}"/>
              </a:ext>
            </a:extLst>
          </p:cNvPr>
          <p:cNvCxnSpPr>
            <a:stCxn id="26" idx="6"/>
            <a:endCxn id="8" idx="1"/>
          </p:cNvCxnSpPr>
          <p:nvPr/>
        </p:nvCxnSpPr>
        <p:spPr>
          <a:xfrm flipV="1">
            <a:off x="1917700" y="1870075"/>
            <a:ext cx="140335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901748B-325D-9256-0679-FC3133D59F03}"/>
              </a:ext>
            </a:extLst>
          </p:cNvPr>
          <p:cNvCxnSpPr>
            <a:stCxn id="27" idx="6"/>
            <a:endCxn id="8" idx="1"/>
          </p:cNvCxnSpPr>
          <p:nvPr/>
        </p:nvCxnSpPr>
        <p:spPr>
          <a:xfrm flipV="1">
            <a:off x="1917700" y="1870075"/>
            <a:ext cx="140335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B74EB63-F2AF-2832-7DFD-3233A8532DF7}"/>
              </a:ext>
            </a:extLst>
          </p:cNvPr>
          <p:cNvCxnSpPr>
            <a:stCxn id="28" idx="6"/>
            <a:endCxn id="8" idx="1"/>
          </p:cNvCxnSpPr>
          <p:nvPr/>
        </p:nvCxnSpPr>
        <p:spPr>
          <a:xfrm flipV="1">
            <a:off x="1917700" y="1870075"/>
            <a:ext cx="140335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3B8B2F9E-E75E-4724-175F-64AA1321C0DE}"/>
              </a:ext>
            </a:extLst>
          </p:cNvPr>
          <p:cNvSpPr/>
          <p:nvPr/>
        </p:nvSpPr>
        <p:spPr>
          <a:xfrm>
            <a:off x="9740900" y="7827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u="sng" dirty="0">
                <a:solidFill>
                  <a:schemeClr val="tx1"/>
                </a:solidFill>
              </a:rPr>
              <a:t>강의번호</a:t>
            </a:r>
            <a:endParaRPr lang="ko-KR" altLang="en-US" sz="1200" u="sng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BE6C2B3-B97F-36CE-4667-FF949BDC9603}"/>
              </a:ext>
            </a:extLst>
          </p:cNvPr>
          <p:cNvSpPr/>
          <p:nvPr/>
        </p:nvSpPr>
        <p:spPr>
          <a:xfrm>
            <a:off x="9740900" y="67790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강의명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CFF7F67-3A9B-34DC-8641-CF9A3B19C456}"/>
              </a:ext>
            </a:extLst>
          </p:cNvPr>
          <p:cNvSpPr/>
          <p:nvPr/>
        </p:nvSpPr>
        <p:spPr>
          <a:xfrm>
            <a:off x="9740900" y="1272725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강의실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10E9DE4-2D2A-9820-FA4F-08989A83E428}"/>
              </a:ext>
            </a:extLst>
          </p:cNvPr>
          <p:cNvSpPr/>
          <p:nvPr/>
        </p:nvSpPr>
        <p:spPr>
          <a:xfrm>
            <a:off x="9740900" y="1867548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FC6E98D-1F07-100E-CF0E-671E33A60FFC}"/>
              </a:ext>
            </a:extLst>
          </p:cNvPr>
          <p:cNvSpPr/>
          <p:nvPr/>
        </p:nvSpPr>
        <p:spPr>
          <a:xfrm>
            <a:off x="9740900" y="247728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이수구분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56612D73-6858-2934-5EA0-74445E789B86}"/>
              </a:ext>
            </a:extLst>
          </p:cNvPr>
          <p:cNvSpPr/>
          <p:nvPr/>
        </p:nvSpPr>
        <p:spPr>
          <a:xfrm>
            <a:off x="9740900" y="3076907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영역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E7157C0E-4F3A-59D5-1DEE-473A597CD756}"/>
              </a:ext>
            </a:extLst>
          </p:cNvPr>
          <p:cNvSpPr/>
          <p:nvPr/>
        </p:nvSpPr>
        <p:spPr>
          <a:xfrm>
            <a:off x="9740900" y="3671730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학년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F66D6B9-399E-868C-8316-9B3359C164F8}"/>
              </a:ext>
            </a:extLst>
          </p:cNvPr>
          <p:cNvSpPr/>
          <p:nvPr/>
        </p:nvSpPr>
        <p:spPr>
          <a:xfrm>
            <a:off x="9740900" y="4266553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학과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DB16843-D36B-47A5-21E2-1308D02EC16C}"/>
              </a:ext>
            </a:extLst>
          </p:cNvPr>
          <p:cNvSpPr/>
          <p:nvPr/>
        </p:nvSpPr>
        <p:spPr>
          <a:xfrm>
            <a:off x="9740900" y="4861376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학점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52E1DFB-4C26-947D-8282-61BF9D2772CC}"/>
              </a:ext>
            </a:extLst>
          </p:cNvPr>
          <p:cNvSpPr/>
          <p:nvPr/>
        </p:nvSpPr>
        <p:spPr>
          <a:xfrm>
            <a:off x="9740900" y="5456199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현재수강인원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587E03E-12C5-D24C-91EB-F72FAEF6D586}"/>
              </a:ext>
            </a:extLst>
          </p:cNvPr>
          <p:cNvSpPr/>
          <p:nvPr/>
        </p:nvSpPr>
        <p:spPr>
          <a:xfrm>
            <a:off x="974090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AB2F38B-6CAD-D0BE-ACD7-06065AB9240E}"/>
              </a:ext>
            </a:extLst>
          </p:cNvPr>
          <p:cNvSpPr/>
          <p:nvPr/>
        </p:nvSpPr>
        <p:spPr>
          <a:xfrm>
            <a:off x="8540750" y="6051022"/>
            <a:ext cx="977900" cy="482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시작종료시간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66E2D55-D788-AAF3-BBAB-49F1C61D72BA}"/>
              </a:ext>
            </a:extLst>
          </p:cNvPr>
          <p:cNvCxnSpPr>
            <a:stCxn id="9" idx="3"/>
            <a:endCxn id="38" idx="2"/>
          </p:cNvCxnSpPr>
          <p:nvPr/>
        </p:nvCxnSpPr>
        <p:spPr>
          <a:xfrm flipV="1">
            <a:off x="8229600" y="319577"/>
            <a:ext cx="1511300" cy="1550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43A88CD-E13B-7D58-D79B-432894E6D375}"/>
              </a:ext>
            </a:extLst>
          </p:cNvPr>
          <p:cNvCxnSpPr>
            <a:stCxn id="9" idx="3"/>
            <a:endCxn id="39" idx="2"/>
          </p:cNvCxnSpPr>
          <p:nvPr/>
        </p:nvCxnSpPr>
        <p:spPr>
          <a:xfrm flipV="1">
            <a:off x="8229600" y="919202"/>
            <a:ext cx="1511300" cy="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026065B-D7CF-B13A-4ECD-3A170BD45A53}"/>
              </a:ext>
            </a:extLst>
          </p:cNvPr>
          <p:cNvCxnSpPr>
            <a:stCxn id="9" idx="3"/>
            <a:endCxn id="40" idx="2"/>
          </p:cNvCxnSpPr>
          <p:nvPr/>
        </p:nvCxnSpPr>
        <p:spPr>
          <a:xfrm flipV="1">
            <a:off x="8229600" y="1514025"/>
            <a:ext cx="1511300" cy="356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C5195C0-FA29-4BBE-2BDC-A07214C322F1}"/>
              </a:ext>
            </a:extLst>
          </p:cNvPr>
          <p:cNvCxnSpPr>
            <a:stCxn id="9" idx="3"/>
            <a:endCxn id="41" idx="2"/>
          </p:cNvCxnSpPr>
          <p:nvPr/>
        </p:nvCxnSpPr>
        <p:spPr>
          <a:xfrm>
            <a:off x="8229600" y="1870075"/>
            <a:ext cx="1511300" cy="23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5043C33-9086-CCC5-3671-5101107B9203}"/>
              </a:ext>
            </a:extLst>
          </p:cNvPr>
          <p:cNvCxnSpPr>
            <a:stCxn id="9" idx="3"/>
            <a:endCxn id="42" idx="2"/>
          </p:cNvCxnSpPr>
          <p:nvPr/>
        </p:nvCxnSpPr>
        <p:spPr>
          <a:xfrm>
            <a:off x="8229600" y="1870075"/>
            <a:ext cx="1511300" cy="848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A29BC69-4425-460A-29A8-298DD8392698}"/>
              </a:ext>
            </a:extLst>
          </p:cNvPr>
          <p:cNvCxnSpPr>
            <a:stCxn id="9" idx="3"/>
            <a:endCxn id="43" idx="2"/>
          </p:cNvCxnSpPr>
          <p:nvPr/>
        </p:nvCxnSpPr>
        <p:spPr>
          <a:xfrm>
            <a:off x="8229600" y="1870075"/>
            <a:ext cx="1511300" cy="14481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F494687-3821-3841-45ED-7E99B72B8674}"/>
              </a:ext>
            </a:extLst>
          </p:cNvPr>
          <p:cNvCxnSpPr>
            <a:stCxn id="9" idx="3"/>
            <a:endCxn id="44" idx="2"/>
          </p:cNvCxnSpPr>
          <p:nvPr/>
        </p:nvCxnSpPr>
        <p:spPr>
          <a:xfrm>
            <a:off x="8229600" y="1870075"/>
            <a:ext cx="1511300" cy="2042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50805EF-EC50-F169-7536-1DB2615EB3C2}"/>
              </a:ext>
            </a:extLst>
          </p:cNvPr>
          <p:cNvCxnSpPr>
            <a:stCxn id="9" idx="3"/>
            <a:endCxn id="45" idx="2"/>
          </p:cNvCxnSpPr>
          <p:nvPr/>
        </p:nvCxnSpPr>
        <p:spPr>
          <a:xfrm>
            <a:off x="8229600" y="1870075"/>
            <a:ext cx="1511300" cy="2637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10436F7-D2A3-570F-57DE-A6DBA012303B}"/>
              </a:ext>
            </a:extLst>
          </p:cNvPr>
          <p:cNvCxnSpPr>
            <a:stCxn id="9" idx="3"/>
            <a:endCxn id="46" idx="2"/>
          </p:cNvCxnSpPr>
          <p:nvPr/>
        </p:nvCxnSpPr>
        <p:spPr>
          <a:xfrm>
            <a:off x="8229600" y="1870075"/>
            <a:ext cx="1511300" cy="32326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6396726-D44A-F139-41FF-7736F9D23416}"/>
              </a:ext>
            </a:extLst>
          </p:cNvPr>
          <p:cNvCxnSpPr>
            <a:stCxn id="9" idx="3"/>
            <a:endCxn id="47" idx="2"/>
          </p:cNvCxnSpPr>
          <p:nvPr/>
        </p:nvCxnSpPr>
        <p:spPr>
          <a:xfrm>
            <a:off x="8229600" y="1870075"/>
            <a:ext cx="1511300" cy="382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6E613C3-1D5A-FA3B-1854-B632F894F426}"/>
              </a:ext>
            </a:extLst>
          </p:cNvPr>
          <p:cNvCxnSpPr>
            <a:stCxn id="9" idx="3"/>
            <a:endCxn id="48" idx="2"/>
          </p:cNvCxnSpPr>
          <p:nvPr/>
        </p:nvCxnSpPr>
        <p:spPr>
          <a:xfrm>
            <a:off x="8229600" y="1870075"/>
            <a:ext cx="1511300" cy="442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9156CBB-424B-0D7C-DA9B-5AF46E68D974}"/>
              </a:ext>
            </a:extLst>
          </p:cNvPr>
          <p:cNvCxnSpPr>
            <a:stCxn id="9" idx="3"/>
            <a:endCxn id="49" idx="0"/>
          </p:cNvCxnSpPr>
          <p:nvPr/>
        </p:nvCxnSpPr>
        <p:spPr>
          <a:xfrm>
            <a:off x="8229600" y="1870075"/>
            <a:ext cx="800100" cy="4180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C7E58064-4D9B-F947-6230-A02F4BDA0F60}"/>
              </a:ext>
            </a:extLst>
          </p:cNvPr>
          <p:cNvCxnSpPr>
            <a:stCxn id="20" idx="0"/>
            <a:endCxn id="9" idx="0"/>
          </p:cNvCxnSpPr>
          <p:nvPr/>
        </p:nvCxnSpPr>
        <p:spPr>
          <a:xfrm rot="16200000" flipH="1">
            <a:off x="4098925" y="-1997075"/>
            <a:ext cx="933450" cy="6273800"/>
          </a:xfrm>
          <a:prstGeom prst="curvedConnector3">
            <a:avLst>
              <a:gd name="adj1" fmla="val -2449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27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42B92F4-30BD-E609-4A5F-AF776BA19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457902"/>
              </p:ext>
            </p:extLst>
          </p:nvPr>
        </p:nvGraphicFramePr>
        <p:xfrm>
          <a:off x="501650" y="198966"/>
          <a:ext cx="10365522" cy="178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145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427215964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36411030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875790949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670829913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298297729"/>
                    </a:ext>
                  </a:extLst>
                </a:gridCol>
              </a:tblGrid>
              <a:tr h="426154">
                <a:tc gridSpan="1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Course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courseID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courseName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classroom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professor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capacity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current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Enrollment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dayOf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Week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start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end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departmentName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M520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7A,4A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8A,5A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컴퓨터네트워크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M502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20024014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2B,2B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3B,3B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2976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2C2628F-B5E7-0400-7FAF-9DCDE87F9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92073"/>
              </p:ext>
            </p:extLst>
          </p:nvPr>
        </p:nvGraphicFramePr>
        <p:xfrm>
          <a:off x="442510" y="2357587"/>
          <a:ext cx="10365522" cy="2693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145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427215964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36411030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875790949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670829913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298297729"/>
                    </a:ext>
                  </a:extLst>
                </a:gridCol>
              </a:tblGrid>
              <a:tr h="426154">
                <a:tc gridSpan="1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Course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courseID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courseName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classroom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professor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capacity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current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Enrollment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dayOf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Week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start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end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departmentName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M520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M520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컴퓨터네트워크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M502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20024014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29769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컴퓨터네트워크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M502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20024014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081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25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93363D3-A4F1-402F-6202-8A1B935C8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819941"/>
              </p:ext>
            </p:extLst>
          </p:nvPr>
        </p:nvGraphicFramePr>
        <p:xfrm>
          <a:off x="872956" y="1953682"/>
          <a:ext cx="8166435" cy="178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145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427215964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298297729"/>
                    </a:ext>
                  </a:extLst>
                </a:gridCol>
              </a:tblGrid>
              <a:tr h="426154">
                <a:tc gridSpan="11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Course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courseID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courseName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classroom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professor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capacity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current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Enrollment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departmentName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M520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컴퓨터네트워크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M502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20024014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2976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0A5704-CB2C-8C76-1312-C56CF48C7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710188"/>
              </p:ext>
            </p:extLst>
          </p:nvPr>
        </p:nvGraphicFramePr>
        <p:xfrm>
          <a:off x="2743200" y="3786716"/>
          <a:ext cx="4425949" cy="266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081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60967">
                  <a:extLst>
                    <a:ext uri="{9D8B030D-6E8A-4147-A177-3AD203B41FA5}">
                      <a16:colId xmlns:a16="http://schemas.microsoft.com/office/drawing/2014/main" val="2364110305"/>
                    </a:ext>
                  </a:extLst>
                </a:gridCol>
                <a:gridCol w="860967">
                  <a:extLst>
                    <a:ext uri="{9D8B030D-6E8A-4147-A177-3AD203B41FA5}">
                      <a16:colId xmlns:a16="http://schemas.microsoft.com/office/drawing/2014/main" val="3875790949"/>
                    </a:ext>
                  </a:extLst>
                </a:gridCol>
                <a:gridCol w="860967">
                  <a:extLst>
                    <a:ext uri="{9D8B030D-6E8A-4147-A177-3AD203B41FA5}">
                      <a16:colId xmlns:a16="http://schemas.microsoft.com/office/drawing/2014/main" val="2670829913"/>
                    </a:ext>
                  </a:extLst>
                </a:gridCol>
                <a:gridCol w="860967">
                  <a:extLst>
                    <a:ext uri="{9D8B030D-6E8A-4147-A177-3AD203B41FA5}">
                      <a16:colId xmlns:a16="http://schemas.microsoft.com/office/drawing/2014/main" val="1298297729"/>
                    </a:ext>
                  </a:extLst>
                </a:gridCol>
              </a:tblGrid>
              <a:tr h="426154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CourseTime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sng" dirty="0">
                          <a:solidFill>
                            <a:schemeClr val="tx1"/>
                          </a:solidFill>
                        </a:rPr>
                        <a:t>courseTimeID</a:t>
                      </a:r>
                      <a:endParaRPr lang="ko-KR" altLang="en-US" sz="9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</a:rPr>
                        <a:t>courseID(FK)</a:t>
                      </a:r>
                      <a:endParaRPr lang="ko-KR" altLang="en-US" sz="9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dayOf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Week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start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end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Period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632536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29769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42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670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6B08C5-79DB-8725-661F-FF0A9BC10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637279"/>
              </p:ext>
            </p:extLst>
          </p:nvPr>
        </p:nvGraphicFramePr>
        <p:xfrm>
          <a:off x="1496610" y="306537"/>
          <a:ext cx="7666443" cy="175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99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</a:tblGrid>
              <a:tr h="426154"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userID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user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userName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admin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Approval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lastSemesterCredits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userRole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college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20214045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rhksflwk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류재민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student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20000000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rhksflwk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김수현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professor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43FBE9D-322A-4041-EB77-75AFC1921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092824"/>
              </p:ext>
            </p:extLst>
          </p:nvPr>
        </p:nvGraphicFramePr>
        <p:xfrm>
          <a:off x="1179110" y="2598887"/>
          <a:ext cx="2634135" cy="1331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99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userID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college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20214045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20000000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89B9FFB-38AC-A134-FF66-D58F9C9C4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853826"/>
              </p:ext>
            </p:extLst>
          </p:nvPr>
        </p:nvGraphicFramePr>
        <p:xfrm>
          <a:off x="4049310" y="2598887"/>
          <a:ext cx="5989007" cy="1331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99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userID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user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userName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admin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Approval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lastSemesterCredits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userRole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20214045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rhksflwk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류재민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student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20000000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rhksflwk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김수현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professor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0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5033999-965C-2983-0612-9EECC6CEF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966348"/>
              </p:ext>
            </p:extLst>
          </p:nvPr>
        </p:nvGraphicFramePr>
        <p:xfrm>
          <a:off x="1179110" y="2598887"/>
          <a:ext cx="1795417" cy="175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99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</a:tblGrid>
              <a:tr h="4261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</a:rPr>
                        <a:t>College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476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collegeID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college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3FF2337-621B-E7AF-68C2-AFC267A66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940674"/>
              </p:ext>
            </p:extLst>
          </p:nvPr>
        </p:nvGraphicFramePr>
        <p:xfrm>
          <a:off x="3198410" y="2598887"/>
          <a:ext cx="2634135" cy="175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99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</a:tblGrid>
              <a:tr h="42615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841477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u="sng" dirty="0">
                          <a:solidFill>
                            <a:schemeClr val="tx1"/>
                          </a:solidFill>
                        </a:rPr>
                        <a:t>departmentID</a:t>
                      </a:r>
                      <a:endParaRPr lang="ko-KR" altLang="en-US" sz="9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collegeID(FK)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컴퓨터소프트웨어공학과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07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5E8C8F7-4C02-EED5-A312-CCF9759F2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812792"/>
              </p:ext>
            </p:extLst>
          </p:nvPr>
        </p:nvGraphicFramePr>
        <p:xfrm>
          <a:off x="1496610" y="306537"/>
          <a:ext cx="7666443" cy="175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99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</a:tblGrid>
              <a:tr h="426154"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userID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user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userName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admin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Approval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lastSemesterCredits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userRole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college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ID(FK)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20214045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rhksflwk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류재민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student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20000000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rhksflwk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김수현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professor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융합대학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19289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A1030F3-70DD-5185-501B-645A144E8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687388"/>
              </p:ext>
            </p:extLst>
          </p:nvPr>
        </p:nvGraphicFramePr>
        <p:xfrm>
          <a:off x="1246613" y="2245782"/>
          <a:ext cx="8166435" cy="178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145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02807097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86697156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0033292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445146308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329230299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518797422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1138834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2478975591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4272159645"/>
                    </a:ext>
                  </a:extLst>
                </a:gridCol>
                <a:gridCol w="733029">
                  <a:extLst>
                    <a:ext uri="{9D8B030D-6E8A-4147-A177-3AD203B41FA5}">
                      <a16:colId xmlns:a16="http://schemas.microsoft.com/office/drawing/2014/main" val="1298297729"/>
                    </a:ext>
                  </a:extLst>
                </a:gridCol>
              </a:tblGrid>
              <a:tr h="426154">
                <a:tc gridSpan="11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Course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8666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sng" dirty="0">
                          <a:solidFill>
                            <a:schemeClr val="tx1"/>
                          </a:solidFill>
                        </a:rPr>
                        <a:t>courseID</a:t>
                      </a:r>
                      <a:endParaRPr lang="ko-KR" altLang="en-US" sz="1000" b="1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courseName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classroom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professor</a:t>
                      </a:r>
                    </a:p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capacity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credits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current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Enrollment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ID(FK)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프로그래밍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M520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3893"/>
                  </a:ext>
                </a:extLst>
              </a:tr>
              <a:tr h="4526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12381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컴퓨터네트워크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M502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20024014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학년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2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360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DCFF865-C039-817E-E754-7BF5D6E31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93145"/>
              </p:ext>
            </p:extLst>
          </p:nvPr>
        </p:nvGraphicFramePr>
        <p:xfrm>
          <a:off x="3429649" y="386334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login.php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476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로그인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12735B9-B260-8593-8FAD-5D6442CEE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403563"/>
              </p:ext>
            </p:extLst>
          </p:nvPr>
        </p:nvGraphicFramePr>
        <p:xfrm>
          <a:off x="6870681" y="386334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signup.php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476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회원가입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8E26634-AAFC-7D62-C01D-67C5F80295FB}"/>
              </a:ext>
            </a:extLst>
          </p:cNvPr>
          <p:cNvCxnSpPr>
            <a:endCxn id="7" idx="1"/>
          </p:cNvCxnSpPr>
          <p:nvPr/>
        </p:nvCxnSpPr>
        <p:spPr>
          <a:xfrm flipV="1">
            <a:off x="5225066" y="812488"/>
            <a:ext cx="1645615" cy="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EE9F07B-56EB-DE83-9A37-37607BBD2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439619"/>
              </p:ext>
            </p:extLst>
          </p:nvPr>
        </p:nvGraphicFramePr>
        <p:xfrm>
          <a:off x="3354747" y="1918271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admin.php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476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관리자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683EE12-588B-610B-B80B-C6DF1BD08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830589"/>
              </p:ext>
            </p:extLst>
          </p:nvPr>
        </p:nvGraphicFramePr>
        <p:xfrm>
          <a:off x="5150164" y="1918271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professor.php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476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교수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9FD831D-5DC9-2CB2-EF8F-546484140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35843"/>
              </p:ext>
            </p:extLst>
          </p:nvPr>
        </p:nvGraphicFramePr>
        <p:xfrm>
          <a:off x="6945581" y="1918271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1929198472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enroll.php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0476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학생 화면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수강신청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33497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31752F4-48E3-FE65-EFFD-4CCD18B38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385908"/>
              </p:ext>
            </p:extLst>
          </p:nvPr>
        </p:nvGraphicFramePr>
        <p:xfrm>
          <a:off x="3429648" y="3429000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2541855967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cart.php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0554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학생 화면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장바구니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3815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9AED330-0C4F-9C5E-2F5A-ED35FDF94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88425"/>
              </p:ext>
            </p:extLst>
          </p:nvPr>
        </p:nvGraphicFramePr>
        <p:xfrm>
          <a:off x="6870679" y="3429000"/>
          <a:ext cx="1795417" cy="85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417">
                  <a:extLst>
                    <a:ext uri="{9D8B030D-6E8A-4147-A177-3AD203B41FA5}">
                      <a16:colId xmlns:a16="http://schemas.microsoft.com/office/drawing/2014/main" val="2541855967"/>
                    </a:ext>
                  </a:extLst>
                </a:gridCol>
              </a:tblGrid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u="none" dirty="0" err="1">
                          <a:solidFill>
                            <a:schemeClr val="tx1"/>
                          </a:solidFill>
                        </a:rPr>
                        <a:t>extraEnroll.php</a:t>
                      </a:r>
                      <a:endParaRPr lang="ko-KR" altLang="en-US" sz="10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055414"/>
                  </a:ext>
                </a:extLst>
              </a:tr>
              <a:tr h="426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학생 화면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빌넣요청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38154"/>
                  </a:ext>
                </a:extLst>
              </a:tr>
            </a:tbl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2E7BB6C-CF48-E65E-6E26-A46D0401B42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4252455" y="1238642"/>
            <a:ext cx="74902" cy="679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2FA058B-5BB3-A4FB-5479-C40CFBA73BB0}"/>
              </a:ext>
            </a:extLst>
          </p:cNvPr>
          <p:cNvCxnSpPr>
            <a:endCxn id="12" idx="0"/>
          </p:cNvCxnSpPr>
          <p:nvPr/>
        </p:nvCxnSpPr>
        <p:spPr>
          <a:xfrm>
            <a:off x="4327357" y="1238642"/>
            <a:ext cx="1720515" cy="679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6A7DF61-C27F-67D6-183A-BEF1192EDAA2}"/>
              </a:ext>
            </a:extLst>
          </p:cNvPr>
          <p:cNvCxnSpPr>
            <a:endCxn id="13" idx="0"/>
          </p:cNvCxnSpPr>
          <p:nvPr/>
        </p:nvCxnSpPr>
        <p:spPr>
          <a:xfrm>
            <a:off x="4327357" y="1238642"/>
            <a:ext cx="3515932" cy="679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19435A7-AE2F-5A29-007D-AF617BF59D1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4327356" y="2770579"/>
            <a:ext cx="3515933" cy="658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617F9BF-FC73-BAE2-744B-AEA35A309CBF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7768387" y="2770579"/>
            <a:ext cx="74902" cy="658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16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602</Words>
  <Application>Microsoft Office PowerPoint</Application>
  <PresentationFormat>와이드스크린</PresentationFormat>
  <Paragraphs>511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류재민</dc:creator>
  <cp:lastModifiedBy>류재민</cp:lastModifiedBy>
  <cp:revision>17</cp:revision>
  <dcterms:created xsi:type="dcterms:W3CDTF">2025-05-23T09:44:47Z</dcterms:created>
  <dcterms:modified xsi:type="dcterms:W3CDTF">2025-05-23T15:20:01Z</dcterms:modified>
</cp:coreProperties>
</file>